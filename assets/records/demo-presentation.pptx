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78" d="100"/>
          <a:sy n="78" d="100"/>
        </p:scale>
        <p:origin x="80"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BlockTimelineDefaultColorVariant">
  <dgm:title val="Block Timeline Default Color Variant"/>
  <dgm:desc val="Block Timeline Default Color Variant"/>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dk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FC5A9D-E0E5-4206-800D-3D05006A1070}" type="doc">
      <dgm:prSet loTypeId="urn:microsoft.com/office/officeart/2024/3/layout/BlockTimeline" loCatId="Timeline" qsTypeId="urn:microsoft.com/office/officeart/2005/8/quickstyle/simple2" qsCatId="simple" csTypeId="urn:microsoft.com/office/officeart/2005/8/colors/BlockTimelineDefaultColorVariant" csCatId="other" phldr="1"/>
      <dgm:spPr/>
      <dgm:t>
        <a:bodyPr/>
        <a:lstStyle/>
        <a:p>
          <a:endParaRPr lang="en-US"/>
        </a:p>
      </dgm:t>
    </dgm:pt>
    <dgm:pt modelId="{4E86A5C0-1DF7-4988-8BD4-9C5C43264EBF}">
      <dgm:prSet/>
      <dgm:spPr/>
      <dgm:t>
        <a:bodyPr/>
        <a:lstStyle/>
        <a:p>
          <a:pPr>
            <a:defRPr b="1"/>
          </a:pPr>
          <a:r>
            <a:rPr lang="en-US"/>
            <a:t>Create an account</a:t>
          </a:r>
          <a:endParaRPr lang="en-US" dirty="0"/>
        </a:p>
      </dgm:t>
    </dgm:pt>
    <dgm:pt modelId="{958D6F32-0312-4DE9-9C19-F4E4461F06C1}" type="parTrans" cxnId="{A8CCF7D9-4763-4C89-BF97-7ABE7DFA7420}">
      <dgm:prSet/>
      <dgm:spPr/>
      <dgm:t>
        <a:bodyPr/>
        <a:lstStyle/>
        <a:p>
          <a:endParaRPr lang="en-US"/>
        </a:p>
      </dgm:t>
    </dgm:pt>
    <dgm:pt modelId="{CB237F7D-4ECF-4D25-8357-DB8BE1CEBD39}" type="sibTrans" cxnId="{A8CCF7D9-4763-4C89-BF97-7ABE7DFA7420}">
      <dgm:prSet/>
      <dgm:spPr/>
      <dgm:t>
        <a:bodyPr/>
        <a:lstStyle/>
        <a:p>
          <a:endParaRPr lang="en-US"/>
        </a:p>
      </dgm:t>
    </dgm:pt>
    <dgm:pt modelId="{B3219BBB-0EB0-43DC-8EEE-7E759058AA89}">
      <dgm:prSet/>
      <dgm:spPr/>
      <dgm:t>
        <a:bodyPr/>
        <a:lstStyle/>
        <a:p>
          <a:r>
            <a:rPr lang="en-US"/>
            <a:t>Create a user account to access the features</a:t>
          </a:r>
          <a:endParaRPr lang="en-US" dirty="0"/>
        </a:p>
      </dgm:t>
    </dgm:pt>
    <dgm:pt modelId="{F67B815F-6C2A-41F8-86EA-F65F487F52A0}" type="parTrans" cxnId="{57DEE95D-E3BC-4BF4-8F4D-A58C0DA6BC0E}">
      <dgm:prSet/>
      <dgm:spPr/>
      <dgm:t>
        <a:bodyPr/>
        <a:lstStyle/>
        <a:p>
          <a:endParaRPr lang="en-US"/>
        </a:p>
      </dgm:t>
    </dgm:pt>
    <dgm:pt modelId="{32C45508-52C3-4A98-B871-CDFB03CB4D63}" type="sibTrans" cxnId="{57DEE95D-E3BC-4BF4-8F4D-A58C0DA6BC0E}">
      <dgm:prSet/>
      <dgm:spPr/>
      <dgm:t>
        <a:bodyPr/>
        <a:lstStyle/>
        <a:p>
          <a:endParaRPr lang="en-US"/>
        </a:p>
      </dgm:t>
    </dgm:pt>
    <dgm:pt modelId="{8F22EDB8-9783-4D4B-BE4A-306E9D28ACA0}">
      <dgm:prSet/>
      <dgm:spPr/>
      <dgm:t>
        <a:bodyPr/>
        <a:lstStyle/>
        <a:p>
          <a:pPr>
            <a:defRPr b="1"/>
          </a:pPr>
          <a:r>
            <a:rPr lang="en-US"/>
            <a:t>Add pets</a:t>
          </a:r>
          <a:endParaRPr lang="en-US" dirty="0"/>
        </a:p>
      </dgm:t>
    </dgm:pt>
    <dgm:pt modelId="{883EFECE-E711-46C4-AF5E-DC51B14ED3DA}" type="parTrans" cxnId="{DF05A894-FAB0-4224-8D94-200700930DFC}">
      <dgm:prSet/>
      <dgm:spPr/>
      <dgm:t>
        <a:bodyPr/>
        <a:lstStyle/>
        <a:p>
          <a:endParaRPr lang="en-US"/>
        </a:p>
      </dgm:t>
    </dgm:pt>
    <dgm:pt modelId="{C842D933-C22A-44DE-A422-EF2C5090B2D2}" type="sibTrans" cxnId="{DF05A894-FAB0-4224-8D94-200700930DFC}">
      <dgm:prSet/>
      <dgm:spPr/>
      <dgm:t>
        <a:bodyPr/>
        <a:lstStyle/>
        <a:p>
          <a:endParaRPr lang="en-US"/>
        </a:p>
      </dgm:t>
    </dgm:pt>
    <dgm:pt modelId="{D46B0D67-4481-4D82-A7AE-D74369FF0C4C}">
      <dgm:prSet/>
      <dgm:spPr/>
      <dgm:t>
        <a:bodyPr/>
        <a:lstStyle/>
        <a:p>
          <a:r>
            <a:rPr lang="en-US" dirty="0"/>
            <a:t>Add any pet here. Additional pets can be added later</a:t>
          </a:r>
        </a:p>
      </dgm:t>
    </dgm:pt>
    <dgm:pt modelId="{E2E6192A-19B6-47B6-BB8A-FA52D6D50D65}" type="parTrans" cxnId="{6CDBFDF9-8819-4781-B3A9-18C6ED0D818A}">
      <dgm:prSet/>
      <dgm:spPr/>
      <dgm:t>
        <a:bodyPr/>
        <a:lstStyle/>
        <a:p>
          <a:endParaRPr lang="en-US"/>
        </a:p>
      </dgm:t>
    </dgm:pt>
    <dgm:pt modelId="{51E9D26C-0249-4E19-B407-BA2AED41778F}" type="sibTrans" cxnId="{6CDBFDF9-8819-4781-B3A9-18C6ED0D818A}">
      <dgm:prSet/>
      <dgm:spPr/>
      <dgm:t>
        <a:bodyPr/>
        <a:lstStyle/>
        <a:p>
          <a:endParaRPr lang="en-US"/>
        </a:p>
      </dgm:t>
    </dgm:pt>
    <dgm:pt modelId="{8C70A9F6-CC1C-4638-A009-FBD3B44FF0C1}">
      <dgm:prSet/>
      <dgm:spPr/>
      <dgm:t>
        <a:bodyPr/>
        <a:lstStyle/>
        <a:p>
          <a:pPr>
            <a:defRPr b="1"/>
          </a:pPr>
          <a:r>
            <a:rPr lang="en-US" dirty="0"/>
            <a:t>Add clinics</a:t>
          </a:r>
        </a:p>
      </dgm:t>
    </dgm:pt>
    <dgm:pt modelId="{BF25EE36-EA67-4166-AD16-057CD59E53FB}" type="parTrans" cxnId="{91BF5DC6-9C15-4A3C-A65A-BEBB563079DC}">
      <dgm:prSet/>
      <dgm:spPr/>
      <dgm:t>
        <a:bodyPr/>
        <a:lstStyle/>
        <a:p>
          <a:endParaRPr lang="en-US"/>
        </a:p>
      </dgm:t>
    </dgm:pt>
    <dgm:pt modelId="{7B288F3D-880A-4486-84B0-822F2B4B4299}" type="sibTrans" cxnId="{91BF5DC6-9C15-4A3C-A65A-BEBB563079DC}">
      <dgm:prSet/>
      <dgm:spPr/>
      <dgm:t>
        <a:bodyPr/>
        <a:lstStyle/>
        <a:p>
          <a:endParaRPr lang="en-US"/>
        </a:p>
      </dgm:t>
    </dgm:pt>
    <dgm:pt modelId="{DD241C66-A20C-440F-B665-F38F76ABBD7C}">
      <dgm:prSet/>
      <dgm:spPr/>
      <dgm:t>
        <a:bodyPr/>
        <a:lstStyle/>
        <a:p>
          <a:r>
            <a:rPr lang="en-US" dirty="0"/>
            <a:t>Add clinics and veterinarian information</a:t>
          </a:r>
        </a:p>
      </dgm:t>
    </dgm:pt>
    <dgm:pt modelId="{D768D16A-BCB3-4378-8554-439EBD1E2627}" type="parTrans" cxnId="{9DB05611-DA7E-4266-8A40-659C93954582}">
      <dgm:prSet/>
      <dgm:spPr/>
      <dgm:t>
        <a:bodyPr/>
        <a:lstStyle/>
        <a:p>
          <a:endParaRPr lang="en-US"/>
        </a:p>
      </dgm:t>
    </dgm:pt>
    <dgm:pt modelId="{292957DA-40CA-46BA-B7D6-67D625F953CB}" type="sibTrans" cxnId="{9DB05611-DA7E-4266-8A40-659C93954582}">
      <dgm:prSet/>
      <dgm:spPr/>
      <dgm:t>
        <a:bodyPr/>
        <a:lstStyle/>
        <a:p>
          <a:endParaRPr lang="en-US"/>
        </a:p>
      </dgm:t>
    </dgm:pt>
    <dgm:pt modelId="{F132A335-9DFD-4A3C-AF78-756B90302331}">
      <dgm:prSet/>
      <dgm:spPr/>
      <dgm:t>
        <a:bodyPr/>
        <a:lstStyle/>
        <a:p>
          <a:pPr>
            <a:defRPr b="1"/>
          </a:pPr>
          <a:r>
            <a:rPr lang="en-US" dirty="0"/>
            <a:t>Add medications</a:t>
          </a:r>
        </a:p>
      </dgm:t>
    </dgm:pt>
    <dgm:pt modelId="{8AF9A30D-C19F-4135-BE76-2D94B4CF01EB}" type="parTrans" cxnId="{DF3479E6-9FDF-4297-844E-0CA2216C3349}">
      <dgm:prSet/>
      <dgm:spPr/>
      <dgm:t>
        <a:bodyPr/>
        <a:lstStyle/>
        <a:p>
          <a:endParaRPr lang="en-US"/>
        </a:p>
      </dgm:t>
    </dgm:pt>
    <dgm:pt modelId="{BD2D873A-2FD4-4745-9190-5D8FD1477DA3}" type="sibTrans" cxnId="{DF3479E6-9FDF-4297-844E-0CA2216C3349}">
      <dgm:prSet/>
      <dgm:spPr/>
      <dgm:t>
        <a:bodyPr/>
        <a:lstStyle/>
        <a:p>
          <a:endParaRPr lang="en-US"/>
        </a:p>
      </dgm:t>
    </dgm:pt>
    <dgm:pt modelId="{68A78BA5-89B9-42EB-B093-0915B2576AB7}">
      <dgm:prSet/>
      <dgm:spPr/>
      <dgm:t>
        <a:bodyPr/>
        <a:lstStyle/>
        <a:p>
          <a:r>
            <a:rPr lang="en-US"/>
            <a:t>Add medications, dosages, and refills</a:t>
          </a:r>
          <a:endParaRPr lang="en-US" dirty="0"/>
        </a:p>
      </dgm:t>
    </dgm:pt>
    <dgm:pt modelId="{21A408F3-EB0A-4564-A859-3BA6CEECE6D4}" type="parTrans" cxnId="{4DA7D646-FC10-42AA-8B14-02632A696BD8}">
      <dgm:prSet/>
      <dgm:spPr/>
      <dgm:t>
        <a:bodyPr/>
        <a:lstStyle/>
        <a:p>
          <a:endParaRPr lang="en-US"/>
        </a:p>
      </dgm:t>
    </dgm:pt>
    <dgm:pt modelId="{29114392-3C46-4585-9533-1726BC602A9F}" type="sibTrans" cxnId="{4DA7D646-FC10-42AA-8B14-02632A696BD8}">
      <dgm:prSet/>
      <dgm:spPr/>
      <dgm:t>
        <a:bodyPr/>
        <a:lstStyle/>
        <a:p>
          <a:endParaRPr lang="en-US"/>
        </a:p>
      </dgm:t>
    </dgm:pt>
    <dgm:pt modelId="{82D4457F-6B81-492D-984A-9296353EB6D6}">
      <dgm:prSet/>
      <dgm:spPr/>
      <dgm:t>
        <a:bodyPr/>
        <a:lstStyle/>
        <a:p>
          <a:pPr>
            <a:defRPr b="1"/>
          </a:pPr>
          <a:r>
            <a:rPr lang="en-US" dirty="0"/>
            <a:t>Add labs</a:t>
          </a:r>
        </a:p>
      </dgm:t>
    </dgm:pt>
    <dgm:pt modelId="{9148E2E0-B8C3-4B83-A961-219F90349AE9}" type="parTrans" cxnId="{0BAC26A0-00AC-4F28-991C-0461A090CC86}">
      <dgm:prSet/>
      <dgm:spPr/>
      <dgm:t>
        <a:bodyPr/>
        <a:lstStyle/>
        <a:p>
          <a:endParaRPr lang="en-US"/>
        </a:p>
      </dgm:t>
    </dgm:pt>
    <dgm:pt modelId="{AAB0D862-B97B-4601-A541-68B35F967984}" type="sibTrans" cxnId="{0BAC26A0-00AC-4F28-991C-0461A090CC86}">
      <dgm:prSet/>
      <dgm:spPr/>
      <dgm:t>
        <a:bodyPr/>
        <a:lstStyle/>
        <a:p>
          <a:endParaRPr lang="en-US"/>
        </a:p>
      </dgm:t>
    </dgm:pt>
    <dgm:pt modelId="{AC4A218F-B11B-4BF0-88AD-12D51A950253}">
      <dgm:prSet/>
      <dgm:spPr/>
      <dgm:t>
        <a:bodyPr/>
        <a:lstStyle/>
        <a:p>
          <a:r>
            <a:rPr lang="en-US" dirty="0"/>
            <a:t>Add bloodwork, urine results, and other labs</a:t>
          </a:r>
        </a:p>
      </dgm:t>
    </dgm:pt>
    <dgm:pt modelId="{1C4DFBBC-1B7D-4EAC-98E6-05C754F40BE6}" type="parTrans" cxnId="{C64292CB-3744-40CD-9FE3-D3F462235776}">
      <dgm:prSet/>
      <dgm:spPr/>
      <dgm:t>
        <a:bodyPr/>
        <a:lstStyle/>
        <a:p>
          <a:endParaRPr lang="en-US"/>
        </a:p>
      </dgm:t>
    </dgm:pt>
    <dgm:pt modelId="{40AA967F-415D-49B2-9DA4-F0472B951E08}" type="sibTrans" cxnId="{C64292CB-3744-40CD-9FE3-D3F462235776}">
      <dgm:prSet/>
      <dgm:spPr/>
      <dgm:t>
        <a:bodyPr/>
        <a:lstStyle/>
        <a:p>
          <a:endParaRPr lang="en-US"/>
        </a:p>
      </dgm:t>
    </dgm:pt>
    <dgm:pt modelId="{EA80CE2A-EB9E-4E2A-A844-61D7646299E6}" type="pres">
      <dgm:prSet presAssocID="{42FC5A9D-E0E5-4206-800D-3D05006A1070}" presName="Name0" presStyleCnt="0">
        <dgm:presLayoutVars>
          <dgm:chMax/>
          <dgm:chPref/>
          <dgm:animLvl val="lvl"/>
        </dgm:presLayoutVars>
      </dgm:prSet>
      <dgm:spPr/>
    </dgm:pt>
    <dgm:pt modelId="{710DD867-805F-48A6-B338-9127ED483A11}" type="pres">
      <dgm:prSet presAssocID="{4E86A5C0-1DF7-4988-8BD4-9C5C43264EBF}" presName="composite" presStyleCnt="0"/>
      <dgm:spPr/>
    </dgm:pt>
    <dgm:pt modelId="{3340C92A-6E8B-4A7A-B245-BD62CAC348AE}" type="pres">
      <dgm:prSet presAssocID="{4E86A5C0-1DF7-4988-8BD4-9C5C43264EBF}" presName="Parent1" presStyleLbl="alignNode1" presStyleIdx="0" presStyleCnt="5">
        <dgm:presLayoutVars>
          <dgm:chMax val="1"/>
          <dgm:chPref val="1"/>
          <dgm:bulletEnabled val="1"/>
        </dgm:presLayoutVars>
      </dgm:prSet>
      <dgm:spPr/>
    </dgm:pt>
    <dgm:pt modelId="{456C0704-9239-4C51-80F0-A6BEDD4325C5}" type="pres">
      <dgm:prSet presAssocID="{4E86A5C0-1DF7-4988-8BD4-9C5C43264EBF}" presName="Childtext1" presStyleLbl="revTx" presStyleIdx="0" presStyleCnt="5">
        <dgm:presLayoutVars>
          <dgm:chMax val="0"/>
          <dgm:chPref val="0"/>
          <dgm:bulletEnabled/>
        </dgm:presLayoutVars>
      </dgm:prSet>
      <dgm:spPr/>
    </dgm:pt>
    <dgm:pt modelId="{C4DA9C9F-AAE4-444C-8FB7-219651E4D191}" type="pres">
      <dgm:prSet presAssocID="{4E86A5C0-1DF7-4988-8BD4-9C5C43264EBF}" presName="ConnectLine" presStyleLbl="sibTrans1D1" presStyleIdx="0" presStyleCnt="5"/>
      <dgm:spPr>
        <a:noFill/>
        <a:ln w="9525" cap="flat" cmpd="sng" algn="ctr">
          <a:solidFill>
            <a:schemeClr val="dk1">
              <a:hueOff val="0"/>
              <a:satOff val="0"/>
              <a:lumOff val="0"/>
              <a:alphaOff val="0"/>
            </a:schemeClr>
          </a:solidFill>
          <a:prstDash val="solid"/>
        </a:ln>
        <a:effectLst/>
      </dgm:spPr>
    </dgm:pt>
    <dgm:pt modelId="{E3CB1FF7-8CF1-41B1-B04A-BA14369AD030}" type="pres">
      <dgm:prSet presAssocID="{4E86A5C0-1DF7-4988-8BD4-9C5C43264EBF}" presName="EmptyPane" presStyleCnt="0"/>
      <dgm:spPr/>
    </dgm:pt>
    <dgm:pt modelId="{620F24C6-4F89-4F46-A9F0-D9C57DA7CECB}" type="pres">
      <dgm:prSet presAssocID="{CB237F7D-4ECF-4D25-8357-DB8BE1CEBD39}" presName="spaceBetweenRectangles" presStyleLbl="fgAcc1" presStyleIdx="0" presStyleCnt="4"/>
      <dgm:spPr>
        <a:solidFill>
          <a:schemeClr val="lt1">
            <a:alpha val="90000"/>
            <a:hueOff val="0"/>
            <a:satOff val="0"/>
            <a:lumOff val="0"/>
            <a:alphaOff val="0"/>
          </a:schemeClr>
        </a:solidFill>
        <a:ln w="12700" cap="flat" cmpd="sng" algn="ctr">
          <a:solidFill>
            <a:schemeClr val="dk1">
              <a:hueOff val="0"/>
              <a:satOff val="0"/>
              <a:lumOff val="0"/>
              <a:alphaOff val="0"/>
            </a:schemeClr>
          </a:solidFill>
          <a:prstDash val="solid"/>
        </a:ln>
        <a:effectLst/>
      </dgm:spPr>
    </dgm:pt>
    <dgm:pt modelId="{FF41C83E-1839-4143-B1F7-31350C5BB669}" type="pres">
      <dgm:prSet presAssocID="{8F22EDB8-9783-4D4B-BE4A-306E9D28ACA0}" presName="composite" presStyleCnt="0"/>
      <dgm:spPr/>
    </dgm:pt>
    <dgm:pt modelId="{45746578-2FA1-416F-AE82-72529AB9D982}" type="pres">
      <dgm:prSet presAssocID="{8F22EDB8-9783-4D4B-BE4A-306E9D28ACA0}" presName="Parent1" presStyleLbl="alignNode1" presStyleIdx="1" presStyleCnt="5">
        <dgm:presLayoutVars>
          <dgm:chMax val="1"/>
          <dgm:chPref val="1"/>
          <dgm:bulletEnabled val="1"/>
        </dgm:presLayoutVars>
      </dgm:prSet>
      <dgm:spPr/>
    </dgm:pt>
    <dgm:pt modelId="{6C4A98CB-59D1-405C-8521-4AE84CFB3604}" type="pres">
      <dgm:prSet presAssocID="{8F22EDB8-9783-4D4B-BE4A-306E9D28ACA0}" presName="Childtext1" presStyleLbl="revTx" presStyleIdx="1" presStyleCnt="5">
        <dgm:presLayoutVars>
          <dgm:chMax val="0"/>
          <dgm:chPref val="0"/>
          <dgm:bulletEnabled/>
        </dgm:presLayoutVars>
      </dgm:prSet>
      <dgm:spPr/>
    </dgm:pt>
    <dgm:pt modelId="{7860E563-890D-4D63-8580-39A3F0625D10}" type="pres">
      <dgm:prSet presAssocID="{8F22EDB8-9783-4D4B-BE4A-306E9D28ACA0}" presName="ConnectLine" presStyleLbl="sibTrans1D1" presStyleIdx="1" presStyleCnt="5"/>
      <dgm:spPr>
        <a:noFill/>
        <a:ln w="9525" cap="flat" cmpd="sng" algn="ctr">
          <a:solidFill>
            <a:schemeClr val="dk1">
              <a:hueOff val="0"/>
              <a:satOff val="0"/>
              <a:lumOff val="0"/>
              <a:alphaOff val="0"/>
            </a:schemeClr>
          </a:solidFill>
          <a:prstDash val="solid"/>
        </a:ln>
        <a:effectLst/>
      </dgm:spPr>
    </dgm:pt>
    <dgm:pt modelId="{3133A8F7-6A6A-4431-AFF1-780A6986A0D5}" type="pres">
      <dgm:prSet presAssocID="{8F22EDB8-9783-4D4B-BE4A-306E9D28ACA0}" presName="EmptyPane" presStyleCnt="0"/>
      <dgm:spPr/>
    </dgm:pt>
    <dgm:pt modelId="{6ADE3D6E-1BBB-4B36-996C-691163D322D1}" type="pres">
      <dgm:prSet presAssocID="{C842D933-C22A-44DE-A422-EF2C5090B2D2}" presName="spaceBetweenRectangles" presStyleLbl="fgAcc1" presStyleIdx="1" presStyleCnt="4"/>
      <dgm:spPr>
        <a:solidFill>
          <a:schemeClr val="lt1">
            <a:alpha val="90000"/>
            <a:hueOff val="0"/>
            <a:satOff val="0"/>
            <a:lumOff val="0"/>
            <a:alphaOff val="0"/>
          </a:schemeClr>
        </a:solidFill>
        <a:ln w="12700" cap="flat" cmpd="sng" algn="ctr">
          <a:solidFill>
            <a:schemeClr val="dk1">
              <a:hueOff val="0"/>
              <a:satOff val="0"/>
              <a:lumOff val="0"/>
              <a:alphaOff val="0"/>
            </a:schemeClr>
          </a:solidFill>
          <a:prstDash val="solid"/>
        </a:ln>
        <a:effectLst/>
      </dgm:spPr>
    </dgm:pt>
    <dgm:pt modelId="{DFD80378-20DD-4A6F-B300-5FDD8B167D41}" type="pres">
      <dgm:prSet presAssocID="{8C70A9F6-CC1C-4638-A009-FBD3B44FF0C1}" presName="composite" presStyleCnt="0"/>
      <dgm:spPr/>
    </dgm:pt>
    <dgm:pt modelId="{5FDEA489-932E-44CE-94AF-31D79A5F6977}" type="pres">
      <dgm:prSet presAssocID="{8C70A9F6-CC1C-4638-A009-FBD3B44FF0C1}" presName="Parent1" presStyleLbl="alignNode1" presStyleIdx="2" presStyleCnt="5">
        <dgm:presLayoutVars>
          <dgm:chMax val="1"/>
          <dgm:chPref val="1"/>
          <dgm:bulletEnabled val="1"/>
        </dgm:presLayoutVars>
      </dgm:prSet>
      <dgm:spPr/>
    </dgm:pt>
    <dgm:pt modelId="{36C47767-1598-495D-85F3-269B9DEE8C72}" type="pres">
      <dgm:prSet presAssocID="{8C70A9F6-CC1C-4638-A009-FBD3B44FF0C1}" presName="Childtext1" presStyleLbl="revTx" presStyleIdx="2" presStyleCnt="5">
        <dgm:presLayoutVars>
          <dgm:chMax val="0"/>
          <dgm:chPref val="0"/>
          <dgm:bulletEnabled/>
        </dgm:presLayoutVars>
      </dgm:prSet>
      <dgm:spPr/>
    </dgm:pt>
    <dgm:pt modelId="{ED778F72-B75F-42F3-8885-9B11CF152BDF}" type="pres">
      <dgm:prSet presAssocID="{8C70A9F6-CC1C-4638-A009-FBD3B44FF0C1}" presName="ConnectLine" presStyleLbl="sibTrans1D1" presStyleIdx="2" presStyleCnt="5"/>
      <dgm:spPr>
        <a:noFill/>
        <a:ln w="9525" cap="flat" cmpd="sng" algn="ctr">
          <a:solidFill>
            <a:schemeClr val="dk1">
              <a:hueOff val="0"/>
              <a:satOff val="0"/>
              <a:lumOff val="0"/>
              <a:alphaOff val="0"/>
            </a:schemeClr>
          </a:solidFill>
          <a:prstDash val="solid"/>
        </a:ln>
        <a:effectLst/>
      </dgm:spPr>
    </dgm:pt>
    <dgm:pt modelId="{7AA851A0-6820-4480-8128-85121C1A125F}" type="pres">
      <dgm:prSet presAssocID="{8C70A9F6-CC1C-4638-A009-FBD3B44FF0C1}" presName="EmptyPane" presStyleCnt="0"/>
      <dgm:spPr/>
    </dgm:pt>
    <dgm:pt modelId="{B46B7221-0BAB-47AF-BA0A-C7BFE468EF15}" type="pres">
      <dgm:prSet presAssocID="{7B288F3D-880A-4486-84B0-822F2B4B4299}" presName="spaceBetweenRectangles" presStyleLbl="fgAcc1" presStyleIdx="2" presStyleCnt="4"/>
      <dgm:spPr>
        <a:solidFill>
          <a:schemeClr val="lt1">
            <a:alpha val="90000"/>
            <a:hueOff val="0"/>
            <a:satOff val="0"/>
            <a:lumOff val="0"/>
            <a:alphaOff val="0"/>
          </a:schemeClr>
        </a:solidFill>
        <a:ln w="12700" cap="flat" cmpd="sng" algn="ctr">
          <a:solidFill>
            <a:schemeClr val="dk1">
              <a:hueOff val="0"/>
              <a:satOff val="0"/>
              <a:lumOff val="0"/>
              <a:alphaOff val="0"/>
            </a:schemeClr>
          </a:solidFill>
          <a:prstDash val="solid"/>
        </a:ln>
        <a:effectLst/>
      </dgm:spPr>
    </dgm:pt>
    <dgm:pt modelId="{CB7BFA00-C906-4AE9-BEA1-6F9346CE20C1}" type="pres">
      <dgm:prSet presAssocID="{F132A335-9DFD-4A3C-AF78-756B90302331}" presName="composite" presStyleCnt="0"/>
      <dgm:spPr/>
    </dgm:pt>
    <dgm:pt modelId="{C8EAA2CA-56F3-48A9-8303-04160552D2B9}" type="pres">
      <dgm:prSet presAssocID="{F132A335-9DFD-4A3C-AF78-756B90302331}" presName="Parent1" presStyleLbl="alignNode1" presStyleIdx="3" presStyleCnt="5">
        <dgm:presLayoutVars>
          <dgm:chMax val="1"/>
          <dgm:chPref val="1"/>
          <dgm:bulletEnabled val="1"/>
        </dgm:presLayoutVars>
      </dgm:prSet>
      <dgm:spPr/>
    </dgm:pt>
    <dgm:pt modelId="{83573FFA-589C-493C-B419-B737587757E4}" type="pres">
      <dgm:prSet presAssocID="{F132A335-9DFD-4A3C-AF78-756B90302331}" presName="Childtext1" presStyleLbl="revTx" presStyleIdx="3" presStyleCnt="5">
        <dgm:presLayoutVars>
          <dgm:chMax val="0"/>
          <dgm:chPref val="0"/>
          <dgm:bulletEnabled/>
        </dgm:presLayoutVars>
      </dgm:prSet>
      <dgm:spPr/>
    </dgm:pt>
    <dgm:pt modelId="{CD437821-3B5E-4187-A2AD-9089C504E31F}" type="pres">
      <dgm:prSet presAssocID="{F132A335-9DFD-4A3C-AF78-756B90302331}" presName="ConnectLine" presStyleLbl="sibTrans1D1" presStyleIdx="3" presStyleCnt="5"/>
      <dgm:spPr>
        <a:noFill/>
        <a:ln w="9525" cap="flat" cmpd="sng" algn="ctr">
          <a:solidFill>
            <a:schemeClr val="dk1">
              <a:hueOff val="0"/>
              <a:satOff val="0"/>
              <a:lumOff val="0"/>
              <a:alphaOff val="0"/>
            </a:schemeClr>
          </a:solidFill>
          <a:prstDash val="solid"/>
        </a:ln>
        <a:effectLst/>
      </dgm:spPr>
    </dgm:pt>
    <dgm:pt modelId="{A65DBF55-E770-4708-888E-5148A6040F6F}" type="pres">
      <dgm:prSet presAssocID="{F132A335-9DFD-4A3C-AF78-756B90302331}" presName="EmptyPane" presStyleCnt="0"/>
      <dgm:spPr/>
    </dgm:pt>
    <dgm:pt modelId="{41E0C33E-8F60-45E0-B9FD-A170B29FE46A}" type="pres">
      <dgm:prSet presAssocID="{BD2D873A-2FD4-4745-9190-5D8FD1477DA3}" presName="spaceBetweenRectangles" presStyleLbl="fgAcc1" presStyleIdx="3" presStyleCnt="4"/>
      <dgm:spPr>
        <a:solidFill>
          <a:schemeClr val="lt1">
            <a:alpha val="90000"/>
            <a:hueOff val="0"/>
            <a:satOff val="0"/>
            <a:lumOff val="0"/>
            <a:alphaOff val="0"/>
          </a:schemeClr>
        </a:solidFill>
        <a:ln w="12700" cap="flat" cmpd="sng" algn="ctr">
          <a:solidFill>
            <a:schemeClr val="dk1">
              <a:hueOff val="0"/>
              <a:satOff val="0"/>
              <a:lumOff val="0"/>
              <a:alphaOff val="0"/>
            </a:schemeClr>
          </a:solidFill>
          <a:prstDash val="solid"/>
        </a:ln>
        <a:effectLst/>
      </dgm:spPr>
    </dgm:pt>
    <dgm:pt modelId="{AD71A575-FB57-4FDE-B4C1-1C8C9D753964}" type="pres">
      <dgm:prSet presAssocID="{82D4457F-6B81-492D-984A-9296353EB6D6}" presName="composite" presStyleCnt="0"/>
      <dgm:spPr/>
    </dgm:pt>
    <dgm:pt modelId="{18E186C6-7663-49D6-8F6B-08BDB3489CE2}" type="pres">
      <dgm:prSet presAssocID="{82D4457F-6B81-492D-984A-9296353EB6D6}" presName="Parent1" presStyleLbl="alignNode1" presStyleIdx="4" presStyleCnt="5">
        <dgm:presLayoutVars>
          <dgm:chMax val="1"/>
          <dgm:chPref val="1"/>
          <dgm:bulletEnabled val="1"/>
        </dgm:presLayoutVars>
      </dgm:prSet>
      <dgm:spPr/>
    </dgm:pt>
    <dgm:pt modelId="{724DD17E-6968-4BAF-A624-F80979048787}" type="pres">
      <dgm:prSet presAssocID="{82D4457F-6B81-492D-984A-9296353EB6D6}" presName="Childtext1" presStyleLbl="revTx" presStyleIdx="4" presStyleCnt="5">
        <dgm:presLayoutVars>
          <dgm:chMax val="0"/>
          <dgm:chPref val="0"/>
          <dgm:bulletEnabled/>
        </dgm:presLayoutVars>
      </dgm:prSet>
      <dgm:spPr/>
    </dgm:pt>
    <dgm:pt modelId="{517909ED-CB49-4303-A186-09C45FFBB0F1}" type="pres">
      <dgm:prSet presAssocID="{82D4457F-6B81-492D-984A-9296353EB6D6}" presName="ConnectLine" presStyleLbl="sibTrans1D1" presStyleIdx="4" presStyleCnt="5"/>
      <dgm:spPr>
        <a:noFill/>
        <a:ln w="9525" cap="flat" cmpd="sng" algn="ctr">
          <a:solidFill>
            <a:schemeClr val="dk1">
              <a:hueOff val="0"/>
              <a:satOff val="0"/>
              <a:lumOff val="0"/>
              <a:alphaOff val="0"/>
            </a:schemeClr>
          </a:solidFill>
          <a:prstDash val="solid"/>
        </a:ln>
        <a:effectLst/>
      </dgm:spPr>
    </dgm:pt>
    <dgm:pt modelId="{88EBA384-12E0-4741-BF77-65127CC69423}" type="pres">
      <dgm:prSet presAssocID="{82D4457F-6B81-492D-984A-9296353EB6D6}" presName="EmptyPane" presStyleCnt="0"/>
      <dgm:spPr/>
    </dgm:pt>
  </dgm:ptLst>
  <dgm:cxnLst>
    <dgm:cxn modelId="{9DB05611-DA7E-4266-8A40-659C93954582}" srcId="{8C70A9F6-CC1C-4638-A009-FBD3B44FF0C1}" destId="{DD241C66-A20C-440F-B665-F38F76ABBD7C}" srcOrd="0" destOrd="0" parTransId="{D768D16A-BCB3-4378-8554-439EBD1E2627}" sibTransId="{292957DA-40CA-46BA-B7D6-67D625F953CB}"/>
    <dgm:cxn modelId="{4E5B221B-FA59-44CE-8E7D-771665DA6FC2}" type="presOf" srcId="{B3219BBB-0EB0-43DC-8EEE-7E759058AA89}" destId="{456C0704-9239-4C51-80F0-A6BEDD4325C5}" srcOrd="0" destOrd="0" presId="urn:microsoft.com/office/officeart/2024/3/layout/BlockTimeline"/>
    <dgm:cxn modelId="{9263DB39-D7CC-4E1A-9446-A9BE4CF6CC3D}" type="presOf" srcId="{DD241C66-A20C-440F-B665-F38F76ABBD7C}" destId="{36C47767-1598-495D-85F3-269B9DEE8C72}" srcOrd="0" destOrd="0" presId="urn:microsoft.com/office/officeart/2024/3/layout/BlockTimeline"/>
    <dgm:cxn modelId="{57DEE95D-E3BC-4BF4-8F4D-A58C0DA6BC0E}" srcId="{4E86A5C0-1DF7-4988-8BD4-9C5C43264EBF}" destId="{B3219BBB-0EB0-43DC-8EEE-7E759058AA89}" srcOrd="0" destOrd="0" parTransId="{F67B815F-6C2A-41F8-86EA-F65F487F52A0}" sibTransId="{32C45508-52C3-4A98-B871-CDFB03CB4D63}"/>
    <dgm:cxn modelId="{435FC960-85E1-4A6D-908D-9B8E2FA7FFD6}" type="presOf" srcId="{D46B0D67-4481-4D82-A7AE-D74369FF0C4C}" destId="{6C4A98CB-59D1-405C-8521-4AE84CFB3604}" srcOrd="0" destOrd="0" presId="urn:microsoft.com/office/officeart/2024/3/layout/BlockTimeline"/>
    <dgm:cxn modelId="{6B450666-3C66-422E-95C0-DFC62A5A2CF3}" type="presOf" srcId="{8F22EDB8-9783-4D4B-BE4A-306E9D28ACA0}" destId="{45746578-2FA1-416F-AE82-72529AB9D982}" srcOrd="0" destOrd="0" presId="urn:microsoft.com/office/officeart/2024/3/layout/BlockTimeline"/>
    <dgm:cxn modelId="{4DA7D646-FC10-42AA-8B14-02632A696BD8}" srcId="{F132A335-9DFD-4A3C-AF78-756B90302331}" destId="{68A78BA5-89B9-42EB-B093-0915B2576AB7}" srcOrd="0" destOrd="0" parTransId="{21A408F3-EB0A-4564-A859-3BA6CEECE6D4}" sibTransId="{29114392-3C46-4585-9533-1726BC602A9F}"/>
    <dgm:cxn modelId="{C83FD751-4B15-4068-B94C-29146E0C36CC}" type="presOf" srcId="{42FC5A9D-E0E5-4206-800D-3D05006A1070}" destId="{EA80CE2A-EB9E-4E2A-A844-61D7646299E6}" srcOrd="0" destOrd="0" presId="urn:microsoft.com/office/officeart/2024/3/layout/BlockTimeline"/>
    <dgm:cxn modelId="{4B4E4458-09BF-4D3F-B66E-C03080365A08}" type="presOf" srcId="{4E86A5C0-1DF7-4988-8BD4-9C5C43264EBF}" destId="{3340C92A-6E8B-4A7A-B245-BD62CAC348AE}" srcOrd="0" destOrd="0" presId="urn:microsoft.com/office/officeart/2024/3/layout/BlockTimeline"/>
    <dgm:cxn modelId="{3C99A179-7315-42DF-B3D3-940D6B9A0A9F}" type="presOf" srcId="{82D4457F-6B81-492D-984A-9296353EB6D6}" destId="{18E186C6-7663-49D6-8F6B-08BDB3489CE2}" srcOrd="0" destOrd="0" presId="urn:microsoft.com/office/officeart/2024/3/layout/BlockTimeline"/>
    <dgm:cxn modelId="{DF05A894-FAB0-4224-8D94-200700930DFC}" srcId="{42FC5A9D-E0E5-4206-800D-3D05006A1070}" destId="{8F22EDB8-9783-4D4B-BE4A-306E9D28ACA0}" srcOrd="1" destOrd="0" parTransId="{883EFECE-E711-46C4-AF5E-DC51B14ED3DA}" sibTransId="{C842D933-C22A-44DE-A422-EF2C5090B2D2}"/>
    <dgm:cxn modelId="{6076B997-FA49-4774-A397-6BD9EFFD6C61}" type="presOf" srcId="{F132A335-9DFD-4A3C-AF78-756B90302331}" destId="{C8EAA2CA-56F3-48A9-8303-04160552D2B9}" srcOrd="0" destOrd="0" presId="urn:microsoft.com/office/officeart/2024/3/layout/BlockTimeline"/>
    <dgm:cxn modelId="{0BAC26A0-00AC-4F28-991C-0461A090CC86}" srcId="{42FC5A9D-E0E5-4206-800D-3D05006A1070}" destId="{82D4457F-6B81-492D-984A-9296353EB6D6}" srcOrd="4" destOrd="0" parTransId="{9148E2E0-B8C3-4B83-A961-219F90349AE9}" sibTransId="{AAB0D862-B97B-4601-A541-68B35F967984}"/>
    <dgm:cxn modelId="{8F281DB2-34A5-4018-894D-12FF0903D431}" type="presOf" srcId="{68A78BA5-89B9-42EB-B093-0915B2576AB7}" destId="{83573FFA-589C-493C-B419-B737587757E4}" srcOrd="0" destOrd="0" presId="urn:microsoft.com/office/officeart/2024/3/layout/BlockTimeline"/>
    <dgm:cxn modelId="{B4AAB3B8-9EAA-4C4E-A74C-0CD9B8983D92}" type="presOf" srcId="{8C70A9F6-CC1C-4638-A009-FBD3B44FF0C1}" destId="{5FDEA489-932E-44CE-94AF-31D79A5F6977}" srcOrd="0" destOrd="0" presId="urn:microsoft.com/office/officeart/2024/3/layout/BlockTimeline"/>
    <dgm:cxn modelId="{234DC8C0-2BAD-4B8B-8942-CF0E05F1BD25}" type="presOf" srcId="{AC4A218F-B11B-4BF0-88AD-12D51A950253}" destId="{724DD17E-6968-4BAF-A624-F80979048787}" srcOrd="0" destOrd="0" presId="urn:microsoft.com/office/officeart/2024/3/layout/BlockTimeline"/>
    <dgm:cxn modelId="{91BF5DC6-9C15-4A3C-A65A-BEBB563079DC}" srcId="{42FC5A9D-E0E5-4206-800D-3D05006A1070}" destId="{8C70A9F6-CC1C-4638-A009-FBD3B44FF0C1}" srcOrd="2" destOrd="0" parTransId="{BF25EE36-EA67-4166-AD16-057CD59E53FB}" sibTransId="{7B288F3D-880A-4486-84B0-822F2B4B4299}"/>
    <dgm:cxn modelId="{C64292CB-3744-40CD-9FE3-D3F462235776}" srcId="{82D4457F-6B81-492D-984A-9296353EB6D6}" destId="{AC4A218F-B11B-4BF0-88AD-12D51A950253}" srcOrd="0" destOrd="0" parTransId="{1C4DFBBC-1B7D-4EAC-98E6-05C754F40BE6}" sibTransId="{40AA967F-415D-49B2-9DA4-F0472B951E08}"/>
    <dgm:cxn modelId="{A8CCF7D9-4763-4C89-BF97-7ABE7DFA7420}" srcId="{42FC5A9D-E0E5-4206-800D-3D05006A1070}" destId="{4E86A5C0-1DF7-4988-8BD4-9C5C43264EBF}" srcOrd="0" destOrd="0" parTransId="{958D6F32-0312-4DE9-9C19-F4E4461F06C1}" sibTransId="{CB237F7D-4ECF-4D25-8357-DB8BE1CEBD39}"/>
    <dgm:cxn modelId="{DF3479E6-9FDF-4297-844E-0CA2216C3349}" srcId="{42FC5A9D-E0E5-4206-800D-3D05006A1070}" destId="{F132A335-9DFD-4A3C-AF78-756B90302331}" srcOrd="3" destOrd="0" parTransId="{8AF9A30D-C19F-4135-BE76-2D94B4CF01EB}" sibTransId="{BD2D873A-2FD4-4745-9190-5D8FD1477DA3}"/>
    <dgm:cxn modelId="{6CDBFDF9-8819-4781-B3A9-18C6ED0D818A}" srcId="{8F22EDB8-9783-4D4B-BE4A-306E9D28ACA0}" destId="{D46B0D67-4481-4D82-A7AE-D74369FF0C4C}" srcOrd="0" destOrd="0" parTransId="{E2E6192A-19B6-47B6-BB8A-FA52D6D50D65}" sibTransId="{51E9D26C-0249-4E19-B407-BA2AED41778F}"/>
    <dgm:cxn modelId="{D50A3635-BB13-412A-B5B9-FC31801EC5FD}" type="presParOf" srcId="{EA80CE2A-EB9E-4E2A-A844-61D7646299E6}" destId="{710DD867-805F-48A6-B338-9127ED483A11}" srcOrd="0" destOrd="0" presId="urn:microsoft.com/office/officeart/2024/3/layout/BlockTimeline"/>
    <dgm:cxn modelId="{3349270B-8039-402D-B4EB-E9751DF69421}" type="presParOf" srcId="{710DD867-805F-48A6-B338-9127ED483A11}" destId="{3340C92A-6E8B-4A7A-B245-BD62CAC348AE}" srcOrd="0" destOrd="0" presId="urn:microsoft.com/office/officeart/2024/3/layout/BlockTimeline"/>
    <dgm:cxn modelId="{3D19B0D8-1EA2-439F-A521-E90160B25DEC}" type="presParOf" srcId="{710DD867-805F-48A6-B338-9127ED483A11}" destId="{456C0704-9239-4C51-80F0-A6BEDD4325C5}" srcOrd="1" destOrd="0" presId="urn:microsoft.com/office/officeart/2024/3/layout/BlockTimeline"/>
    <dgm:cxn modelId="{EA5D6FD6-9E3C-4F15-909C-ABE896CED626}" type="presParOf" srcId="{710DD867-805F-48A6-B338-9127ED483A11}" destId="{C4DA9C9F-AAE4-444C-8FB7-219651E4D191}" srcOrd="2" destOrd="0" presId="urn:microsoft.com/office/officeart/2024/3/layout/BlockTimeline"/>
    <dgm:cxn modelId="{0E4D3743-8B66-4AE9-9CE8-78A72EACE2E2}" type="presParOf" srcId="{710DD867-805F-48A6-B338-9127ED483A11}" destId="{E3CB1FF7-8CF1-41B1-B04A-BA14369AD030}" srcOrd="3" destOrd="0" presId="urn:microsoft.com/office/officeart/2024/3/layout/BlockTimeline"/>
    <dgm:cxn modelId="{85FFA8DD-FD21-45F2-AFCD-05848DB1AE87}" type="presParOf" srcId="{EA80CE2A-EB9E-4E2A-A844-61D7646299E6}" destId="{620F24C6-4F89-4F46-A9F0-D9C57DA7CECB}" srcOrd="1" destOrd="0" presId="urn:microsoft.com/office/officeart/2024/3/layout/BlockTimeline"/>
    <dgm:cxn modelId="{DD03D75E-B238-49EE-B5E3-3A2D81D5DA93}" type="presParOf" srcId="{EA80CE2A-EB9E-4E2A-A844-61D7646299E6}" destId="{FF41C83E-1839-4143-B1F7-31350C5BB669}" srcOrd="2" destOrd="0" presId="urn:microsoft.com/office/officeart/2024/3/layout/BlockTimeline"/>
    <dgm:cxn modelId="{DDE514B3-77C5-4DEA-A0A6-04BB8DCA3814}" type="presParOf" srcId="{FF41C83E-1839-4143-B1F7-31350C5BB669}" destId="{45746578-2FA1-416F-AE82-72529AB9D982}" srcOrd="0" destOrd="0" presId="urn:microsoft.com/office/officeart/2024/3/layout/BlockTimeline"/>
    <dgm:cxn modelId="{E15880D1-6A75-47D9-B2E1-3E290602FA5E}" type="presParOf" srcId="{FF41C83E-1839-4143-B1F7-31350C5BB669}" destId="{6C4A98CB-59D1-405C-8521-4AE84CFB3604}" srcOrd="1" destOrd="0" presId="urn:microsoft.com/office/officeart/2024/3/layout/BlockTimeline"/>
    <dgm:cxn modelId="{4D60D165-DF60-4897-9AE7-C016A20E041F}" type="presParOf" srcId="{FF41C83E-1839-4143-B1F7-31350C5BB669}" destId="{7860E563-890D-4D63-8580-39A3F0625D10}" srcOrd="2" destOrd="0" presId="urn:microsoft.com/office/officeart/2024/3/layout/BlockTimeline"/>
    <dgm:cxn modelId="{9B825B95-D4E7-45A4-AA26-AFD4A9AF95E6}" type="presParOf" srcId="{FF41C83E-1839-4143-B1F7-31350C5BB669}" destId="{3133A8F7-6A6A-4431-AFF1-780A6986A0D5}" srcOrd="3" destOrd="0" presId="urn:microsoft.com/office/officeart/2024/3/layout/BlockTimeline"/>
    <dgm:cxn modelId="{C8862148-A6CD-4E5D-86F7-4D9921E6DD94}" type="presParOf" srcId="{EA80CE2A-EB9E-4E2A-A844-61D7646299E6}" destId="{6ADE3D6E-1BBB-4B36-996C-691163D322D1}" srcOrd="3" destOrd="0" presId="urn:microsoft.com/office/officeart/2024/3/layout/BlockTimeline"/>
    <dgm:cxn modelId="{F7FA62A6-5749-41B3-86BE-8320B35F7C4C}" type="presParOf" srcId="{EA80CE2A-EB9E-4E2A-A844-61D7646299E6}" destId="{DFD80378-20DD-4A6F-B300-5FDD8B167D41}" srcOrd="4" destOrd="0" presId="urn:microsoft.com/office/officeart/2024/3/layout/BlockTimeline"/>
    <dgm:cxn modelId="{924B980F-8EC9-494C-BB6B-6C4353DF404C}" type="presParOf" srcId="{DFD80378-20DD-4A6F-B300-5FDD8B167D41}" destId="{5FDEA489-932E-44CE-94AF-31D79A5F6977}" srcOrd="0" destOrd="0" presId="urn:microsoft.com/office/officeart/2024/3/layout/BlockTimeline"/>
    <dgm:cxn modelId="{C16010D8-2970-4066-B301-ABACB358E3AE}" type="presParOf" srcId="{DFD80378-20DD-4A6F-B300-5FDD8B167D41}" destId="{36C47767-1598-495D-85F3-269B9DEE8C72}" srcOrd="1" destOrd="0" presId="urn:microsoft.com/office/officeart/2024/3/layout/BlockTimeline"/>
    <dgm:cxn modelId="{76D1800F-103E-4532-A91B-322952684330}" type="presParOf" srcId="{DFD80378-20DD-4A6F-B300-5FDD8B167D41}" destId="{ED778F72-B75F-42F3-8885-9B11CF152BDF}" srcOrd="2" destOrd="0" presId="urn:microsoft.com/office/officeart/2024/3/layout/BlockTimeline"/>
    <dgm:cxn modelId="{3059A6DF-BEF2-4A01-B453-355CE4CBF326}" type="presParOf" srcId="{DFD80378-20DD-4A6F-B300-5FDD8B167D41}" destId="{7AA851A0-6820-4480-8128-85121C1A125F}" srcOrd="3" destOrd="0" presId="urn:microsoft.com/office/officeart/2024/3/layout/BlockTimeline"/>
    <dgm:cxn modelId="{EB9DF71B-87F0-4651-B711-0B3AEEB4D28C}" type="presParOf" srcId="{EA80CE2A-EB9E-4E2A-A844-61D7646299E6}" destId="{B46B7221-0BAB-47AF-BA0A-C7BFE468EF15}" srcOrd="5" destOrd="0" presId="urn:microsoft.com/office/officeart/2024/3/layout/BlockTimeline"/>
    <dgm:cxn modelId="{168ED44F-2693-4D4E-AEC5-E1667AC51BEC}" type="presParOf" srcId="{EA80CE2A-EB9E-4E2A-A844-61D7646299E6}" destId="{CB7BFA00-C906-4AE9-BEA1-6F9346CE20C1}" srcOrd="6" destOrd="0" presId="urn:microsoft.com/office/officeart/2024/3/layout/BlockTimeline"/>
    <dgm:cxn modelId="{C2120ABD-1A8E-4027-AE88-3B5CF6DF9850}" type="presParOf" srcId="{CB7BFA00-C906-4AE9-BEA1-6F9346CE20C1}" destId="{C8EAA2CA-56F3-48A9-8303-04160552D2B9}" srcOrd="0" destOrd="0" presId="urn:microsoft.com/office/officeart/2024/3/layout/BlockTimeline"/>
    <dgm:cxn modelId="{C9A3E0DD-D318-4CE5-82CE-C747697280BC}" type="presParOf" srcId="{CB7BFA00-C906-4AE9-BEA1-6F9346CE20C1}" destId="{83573FFA-589C-493C-B419-B737587757E4}" srcOrd="1" destOrd="0" presId="urn:microsoft.com/office/officeart/2024/3/layout/BlockTimeline"/>
    <dgm:cxn modelId="{587BD971-4A2F-435F-B7F1-2245A42ECE4E}" type="presParOf" srcId="{CB7BFA00-C906-4AE9-BEA1-6F9346CE20C1}" destId="{CD437821-3B5E-4187-A2AD-9089C504E31F}" srcOrd="2" destOrd="0" presId="urn:microsoft.com/office/officeart/2024/3/layout/BlockTimeline"/>
    <dgm:cxn modelId="{D2D134A5-92BE-42A6-AF03-8C8ABD22271A}" type="presParOf" srcId="{CB7BFA00-C906-4AE9-BEA1-6F9346CE20C1}" destId="{A65DBF55-E770-4708-888E-5148A6040F6F}" srcOrd="3" destOrd="0" presId="urn:microsoft.com/office/officeart/2024/3/layout/BlockTimeline"/>
    <dgm:cxn modelId="{8D135C5F-966F-4B6B-AF75-005404FD239B}" type="presParOf" srcId="{EA80CE2A-EB9E-4E2A-A844-61D7646299E6}" destId="{41E0C33E-8F60-45E0-B9FD-A170B29FE46A}" srcOrd="7" destOrd="0" presId="urn:microsoft.com/office/officeart/2024/3/layout/BlockTimeline"/>
    <dgm:cxn modelId="{6F1C8382-9805-40B5-A592-03017BD308FD}" type="presParOf" srcId="{EA80CE2A-EB9E-4E2A-A844-61D7646299E6}" destId="{AD71A575-FB57-4FDE-B4C1-1C8C9D753964}" srcOrd="8" destOrd="0" presId="urn:microsoft.com/office/officeart/2024/3/layout/BlockTimeline"/>
    <dgm:cxn modelId="{85DC5B44-AEFD-4BFB-9BCD-B4D5E2537B40}" type="presParOf" srcId="{AD71A575-FB57-4FDE-B4C1-1C8C9D753964}" destId="{18E186C6-7663-49D6-8F6B-08BDB3489CE2}" srcOrd="0" destOrd="0" presId="urn:microsoft.com/office/officeart/2024/3/layout/BlockTimeline"/>
    <dgm:cxn modelId="{60750D55-3F54-4564-BAEF-229A8894FAEF}" type="presParOf" srcId="{AD71A575-FB57-4FDE-B4C1-1C8C9D753964}" destId="{724DD17E-6968-4BAF-A624-F80979048787}" srcOrd="1" destOrd="0" presId="urn:microsoft.com/office/officeart/2024/3/layout/BlockTimeline"/>
    <dgm:cxn modelId="{D7241615-D8A8-4A7A-8E57-391EA5E32EE2}" type="presParOf" srcId="{AD71A575-FB57-4FDE-B4C1-1C8C9D753964}" destId="{517909ED-CB49-4303-A186-09C45FFBB0F1}" srcOrd="2" destOrd="0" presId="urn:microsoft.com/office/officeart/2024/3/layout/BlockTimeline"/>
    <dgm:cxn modelId="{947C7F56-2BA9-4BA8-9979-CB10D7BECBAE}" type="presParOf" srcId="{AD71A575-FB57-4FDE-B4C1-1C8C9D753964}" destId="{88EBA384-12E0-4741-BF77-65127CC69423}" srcOrd="3" destOrd="0" presId="urn:microsoft.com/office/officeart/2024/3/layout/Block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48085B-3BC4-45C9-952A-B1C06137A55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9D9FA06-B091-4B43-896F-1BE05C24979D}">
      <dgm:prSet/>
      <dgm:spPr/>
      <dgm:t>
        <a:bodyPr/>
        <a:lstStyle/>
        <a:p>
          <a:r>
            <a:rPr lang="en-US" b="1"/>
            <a:t>View lab trends over time in one place</a:t>
          </a:r>
          <a:endParaRPr lang="en-US"/>
        </a:p>
      </dgm:t>
    </dgm:pt>
    <dgm:pt modelId="{FFEED061-0958-4759-A47A-2C7A656E6333}" type="parTrans" cxnId="{EB80C504-85F4-4B8D-B9A4-F2344C61FBF3}">
      <dgm:prSet/>
      <dgm:spPr/>
      <dgm:t>
        <a:bodyPr/>
        <a:lstStyle/>
        <a:p>
          <a:endParaRPr lang="en-US"/>
        </a:p>
      </dgm:t>
    </dgm:pt>
    <dgm:pt modelId="{AD9C670C-4858-44C8-AFC8-B49E1D0D77FF}" type="sibTrans" cxnId="{EB80C504-85F4-4B8D-B9A4-F2344C61FBF3}">
      <dgm:prSet/>
      <dgm:spPr/>
      <dgm:t>
        <a:bodyPr/>
        <a:lstStyle/>
        <a:p>
          <a:endParaRPr lang="en-US"/>
        </a:p>
      </dgm:t>
    </dgm:pt>
    <dgm:pt modelId="{D8D5EC3F-3566-4129-BD95-AC9B56117CA4}">
      <dgm:prSet/>
      <dgm:spPr/>
      <dgm:t>
        <a:bodyPr/>
        <a:lstStyle/>
        <a:p>
          <a:r>
            <a:rPr lang="en-US" b="1"/>
            <a:t>Spot changes in lab values without digging through old records</a:t>
          </a:r>
          <a:endParaRPr lang="en-US"/>
        </a:p>
      </dgm:t>
    </dgm:pt>
    <dgm:pt modelId="{693C59A3-6DDD-4223-A347-459F3A2F7BB5}" type="parTrans" cxnId="{9CDB72F7-1926-4B06-A7DE-5F3B4F6E1801}">
      <dgm:prSet/>
      <dgm:spPr/>
      <dgm:t>
        <a:bodyPr/>
        <a:lstStyle/>
        <a:p>
          <a:endParaRPr lang="en-US"/>
        </a:p>
      </dgm:t>
    </dgm:pt>
    <dgm:pt modelId="{AC2BA988-D6F0-4B2C-96B9-442079C30912}" type="sibTrans" cxnId="{9CDB72F7-1926-4B06-A7DE-5F3B4F6E1801}">
      <dgm:prSet/>
      <dgm:spPr/>
      <dgm:t>
        <a:bodyPr/>
        <a:lstStyle/>
        <a:p>
          <a:endParaRPr lang="en-US"/>
        </a:p>
      </dgm:t>
    </dgm:pt>
    <dgm:pt modelId="{9521A5F8-106F-40C2-A1E9-C5D2EAA4CFA5}">
      <dgm:prSet/>
      <dgm:spPr/>
      <dgm:t>
        <a:bodyPr/>
        <a:lstStyle/>
        <a:p>
          <a:r>
            <a:rPr lang="en-US" b="1" dirty="0"/>
            <a:t>Bring a clear history to every veterinary visit</a:t>
          </a:r>
          <a:endParaRPr lang="en-US" dirty="0"/>
        </a:p>
      </dgm:t>
    </dgm:pt>
    <dgm:pt modelId="{BF1DA094-C757-49D8-B7BD-695A3ECC6201}" type="parTrans" cxnId="{001765B0-46EE-4D6A-8FBC-C29E271CFA67}">
      <dgm:prSet/>
      <dgm:spPr/>
      <dgm:t>
        <a:bodyPr/>
        <a:lstStyle/>
        <a:p>
          <a:endParaRPr lang="en-US"/>
        </a:p>
      </dgm:t>
    </dgm:pt>
    <dgm:pt modelId="{D26AADFD-0536-4582-8CAB-5BDE4FBC20E2}" type="sibTrans" cxnId="{001765B0-46EE-4D6A-8FBC-C29E271CFA67}">
      <dgm:prSet/>
      <dgm:spPr/>
      <dgm:t>
        <a:bodyPr/>
        <a:lstStyle/>
        <a:p>
          <a:endParaRPr lang="en-US"/>
        </a:p>
      </dgm:t>
    </dgm:pt>
    <dgm:pt modelId="{F66B22DF-48A7-4362-8DA0-29094EC2303B}" type="pres">
      <dgm:prSet presAssocID="{8148085B-3BC4-45C9-952A-B1C06137A555}" presName="root" presStyleCnt="0">
        <dgm:presLayoutVars>
          <dgm:dir/>
          <dgm:resizeHandles val="exact"/>
        </dgm:presLayoutVars>
      </dgm:prSet>
      <dgm:spPr/>
    </dgm:pt>
    <dgm:pt modelId="{2A3B8EE8-C6A1-4ECD-AEF0-8CC7711CCAAA}" type="pres">
      <dgm:prSet presAssocID="{F9D9FA06-B091-4B43-896F-1BE05C24979D}" presName="compNode" presStyleCnt="0"/>
      <dgm:spPr/>
    </dgm:pt>
    <dgm:pt modelId="{8677AE9A-5F65-48EE-9242-31D08FBA37D0}" type="pres">
      <dgm:prSet presAssocID="{F9D9FA06-B091-4B43-896F-1BE05C24979D}" presName="bgRect" presStyleLbl="bgShp" presStyleIdx="0" presStyleCnt="3"/>
      <dgm:spPr/>
    </dgm:pt>
    <dgm:pt modelId="{AD2E0610-71D6-4F07-850E-52F337DC7736}" type="pres">
      <dgm:prSet presAssocID="{F9D9FA06-B091-4B43-896F-1BE05C24979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pward trend"/>
        </a:ext>
      </dgm:extLst>
    </dgm:pt>
    <dgm:pt modelId="{16247F2D-11AE-447D-82A9-36DC22AD4762}" type="pres">
      <dgm:prSet presAssocID="{F9D9FA06-B091-4B43-896F-1BE05C24979D}" presName="spaceRect" presStyleCnt="0"/>
      <dgm:spPr/>
    </dgm:pt>
    <dgm:pt modelId="{0D11AB46-87FA-46CA-830C-0CE9B9B0F295}" type="pres">
      <dgm:prSet presAssocID="{F9D9FA06-B091-4B43-896F-1BE05C24979D}" presName="parTx" presStyleLbl="revTx" presStyleIdx="0" presStyleCnt="3">
        <dgm:presLayoutVars>
          <dgm:chMax val="0"/>
          <dgm:chPref val="0"/>
        </dgm:presLayoutVars>
      </dgm:prSet>
      <dgm:spPr/>
    </dgm:pt>
    <dgm:pt modelId="{54C65B6B-DB92-4A23-9116-B9004843AE20}" type="pres">
      <dgm:prSet presAssocID="{AD9C670C-4858-44C8-AFC8-B49E1D0D77FF}" presName="sibTrans" presStyleCnt="0"/>
      <dgm:spPr/>
    </dgm:pt>
    <dgm:pt modelId="{7074E989-F634-4E9C-8C4A-CA490FE07C7A}" type="pres">
      <dgm:prSet presAssocID="{D8D5EC3F-3566-4129-BD95-AC9B56117CA4}" presName="compNode" presStyleCnt="0"/>
      <dgm:spPr/>
    </dgm:pt>
    <dgm:pt modelId="{3AA6CC12-309B-4783-816C-D4C02CA25FBC}" type="pres">
      <dgm:prSet presAssocID="{D8D5EC3F-3566-4129-BD95-AC9B56117CA4}" presName="bgRect" presStyleLbl="bgShp" presStyleIdx="1" presStyleCnt="3"/>
      <dgm:spPr/>
    </dgm:pt>
    <dgm:pt modelId="{C7E8D88B-8B0B-4538-A776-8117EF739699}" type="pres">
      <dgm:prSet presAssocID="{D8D5EC3F-3566-4129-BD95-AC9B56117CA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41FE029A-36D2-40F7-8B5E-CE34F3165E7F}" type="pres">
      <dgm:prSet presAssocID="{D8D5EC3F-3566-4129-BD95-AC9B56117CA4}" presName="spaceRect" presStyleCnt="0"/>
      <dgm:spPr/>
    </dgm:pt>
    <dgm:pt modelId="{CA641586-9432-44A5-A5C7-019FE3EFF13E}" type="pres">
      <dgm:prSet presAssocID="{D8D5EC3F-3566-4129-BD95-AC9B56117CA4}" presName="parTx" presStyleLbl="revTx" presStyleIdx="1" presStyleCnt="3">
        <dgm:presLayoutVars>
          <dgm:chMax val="0"/>
          <dgm:chPref val="0"/>
        </dgm:presLayoutVars>
      </dgm:prSet>
      <dgm:spPr/>
    </dgm:pt>
    <dgm:pt modelId="{DB4766DC-2480-4931-92CE-D11BE8A03D6C}" type="pres">
      <dgm:prSet presAssocID="{AC2BA988-D6F0-4B2C-96B9-442079C30912}" presName="sibTrans" presStyleCnt="0"/>
      <dgm:spPr/>
    </dgm:pt>
    <dgm:pt modelId="{01BE83A8-DBCB-4F18-A4DE-1CDBBD2B1831}" type="pres">
      <dgm:prSet presAssocID="{9521A5F8-106F-40C2-A1E9-C5D2EAA4CFA5}" presName="compNode" presStyleCnt="0"/>
      <dgm:spPr/>
    </dgm:pt>
    <dgm:pt modelId="{C8FBC589-AB45-4DB7-B44B-553964ED245F}" type="pres">
      <dgm:prSet presAssocID="{9521A5F8-106F-40C2-A1E9-C5D2EAA4CFA5}" presName="bgRect" presStyleLbl="bgShp" presStyleIdx="2" presStyleCnt="3"/>
      <dgm:spPr/>
    </dgm:pt>
    <dgm:pt modelId="{E0E04A56-C4A8-4C29-9B84-7BFB0234E10F}" type="pres">
      <dgm:prSet presAssocID="{9521A5F8-106F-40C2-A1E9-C5D2EAA4CFA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r chart"/>
        </a:ext>
      </dgm:extLst>
    </dgm:pt>
    <dgm:pt modelId="{A4302159-CA7D-4E77-9FB4-456E5023BBED}" type="pres">
      <dgm:prSet presAssocID="{9521A5F8-106F-40C2-A1E9-C5D2EAA4CFA5}" presName="spaceRect" presStyleCnt="0"/>
      <dgm:spPr/>
    </dgm:pt>
    <dgm:pt modelId="{2907CDD4-5161-41E4-A17B-312E87674F41}" type="pres">
      <dgm:prSet presAssocID="{9521A5F8-106F-40C2-A1E9-C5D2EAA4CFA5}" presName="parTx" presStyleLbl="revTx" presStyleIdx="2" presStyleCnt="3">
        <dgm:presLayoutVars>
          <dgm:chMax val="0"/>
          <dgm:chPref val="0"/>
        </dgm:presLayoutVars>
      </dgm:prSet>
      <dgm:spPr/>
    </dgm:pt>
  </dgm:ptLst>
  <dgm:cxnLst>
    <dgm:cxn modelId="{EB80C504-85F4-4B8D-B9A4-F2344C61FBF3}" srcId="{8148085B-3BC4-45C9-952A-B1C06137A555}" destId="{F9D9FA06-B091-4B43-896F-1BE05C24979D}" srcOrd="0" destOrd="0" parTransId="{FFEED061-0958-4759-A47A-2C7A656E6333}" sibTransId="{AD9C670C-4858-44C8-AFC8-B49E1D0D77FF}"/>
    <dgm:cxn modelId="{57BEF433-D4D0-4961-AF54-9D06DBF5CD7F}" type="presOf" srcId="{9521A5F8-106F-40C2-A1E9-C5D2EAA4CFA5}" destId="{2907CDD4-5161-41E4-A17B-312E87674F41}" srcOrd="0" destOrd="0" presId="urn:microsoft.com/office/officeart/2018/2/layout/IconVerticalSolidList"/>
    <dgm:cxn modelId="{3363B383-2204-4B06-B433-A83B79993A7B}" type="presOf" srcId="{8148085B-3BC4-45C9-952A-B1C06137A555}" destId="{F66B22DF-48A7-4362-8DA0-29094EC2303B}" srcOrd="0" destOrd="0" presId="urn:microsoft.com/office/officeart/2018/2/layout/IconVerticalSolidList"/>
    <dgm:cxn modelId="{001765B0-46EE-4D6A-8FBC-C29E271CFA67}" srcId="{8148085B-3BC4-45C9-952A-B1C06137A555}" destId="{9521A5F8-106F-40C2-A1E9-C5D2EAA4CFA5}" srcOrd="2" destOrd="0" parTransId="{BF1DA094-C757-49D8-B7BD-695A3ECC6201}" sibTransId="{D26AADFD-0536-4582-8CAB-5BDE4FBC20E2}"/>
    <dgm:cxn modelId="{CDF51EBB-B4CB-47FF-8184-4DD1D5431F95}" type="presOf" srcId="{F9D9FA06-B091-4B43-896F-1BE05C24979D}" destId="{0D11AB46-87FA-46CA-830C-0CE9B9B0F295}" srcOrd="0" destOrd="0" presId="urn:microsoft.com/office/officeart/2018/2/layout/IconVerticalSolidList"/>
    <dgm:cxn modelId="{9CDB72F7-1926-4B06-A7DE-5F3B4F6E1801}" srcId="{8148085B-3BC4-45C9-952A-B1C06137A555}" destId="{D8D5EC3F-3566-4129-BD95-AC9B56117CA4}" srcOrd="1" destOrd="0" parTransId="{693C59A3-6DDD-4223-A347-459F3A2F7BB5}" sibTransId="{AC2BA988-D6F0-4B2C-96B9-442079C30912}"/>
    <dgm:cxn modelId="{6CA73DFB-9A27-4621-9025-845B28017301}" type="presOf" srcId="{D8D5EC3F-3566-4129-BD95-AC9B56117CA4}" destId="{CA641586-9432-44A5-A5C7-019FE3EFF13E}" srcOrd="0" destOrd="0" presId="urn:microsoft.com/office/officeart/2018/2/layout/IconVerticalSolidList"/>
    <dgm:cxn modelId="{45999129-E5A6-4A7A-AFF8-85041763FBED}" type="presParOf" srcId="{F66B22DF-48A7-4362-8DA0-29094EC2303B}" destId="{2A3B8EE8-C6A1-4ECD-AEF0-8CC7711CCAAA}" srcOrd="0" destOrd="0" presId="urn:microsoft.com/office/officeart/2018/2/layout/IconVerticalSolidList"/>
    <dgm:cxn modelId="{A4C092F7-DFE0-43B2-BF38-D09A46FE82E7}" type="presParOf" srcId="{2A3B8EE8-C6A1-4ECD-AEF0-8CC7711CCAAA}" destId="{8677AE9A-5F65-48EE-9242-31D08FBA37D0}" srcOrd="0" destOrd="0" presId="urn:microsoft.com/office/officeart/2018/2/layout/IconVerticalSolidList"/>
    <dgm:cxn modelId="{40AA0A88-5874-4F91-ADBA-075D53393A24}" type="presParOf" srcId="{2A3B8EE8-C6A1-4ECD-AEF0-8CC7711CCAAA}" destId="{AD2E0610-71D6-4F07-850E-52F337DC7736}" srcOrd="1" destOrd="0" presId="urn:microsoft.com/office/officeart/2018/2/layout/IconVerticalSolidList"/>
    <dgm:cxn modelId="{1C21E7DD-4718-48E8-B399-EC89349905B8}" type="presParOf" srcId="{2A3B8EE8-C6A1-4ECD-AEF0-8CC7711CCAAA}" destId="{16247F2D-11AE-447D-82A9-36DC22AD4762}" srcOrd="2" destOrd="0" presId="urn:microsoft.com/office/officeart/2018/2/layout/IconVerticalSolidList"/>
    <dgm:cxn modelId="{37A2B550-FA81-446A-B3E9-F7721243A740}" type="presParOf" srcId="{2A3B8EE8-C6A1-4ECD-AEF0-8CC7711CCAAA}" destId="{0D11AB46-87FA-46CA-830C-0CE9B9B0F295}" srcOrd="3" destOrd="0" presId="urn:microsoft.com/office/officeart/2018/2/layout/IconVerticalSolidList"/>
    <dgm:cxn modelId="{D9203554-B099-498C-931C-F36A9494ABC6}" type="presParOf" srcId="{F66B22DF-48A7-4362-8DA0-29094EC2303B}" destId="{54C65B6B-DB92-4A23-9116-B9004843AE20}" srcOrd="1" destOrd="0" presId="urn:microsoft.com/office/officeart/2018/2/layout/IconVerticalSolidList"/>
    <dgm:cxn modelId="{F9A8BDD2-7594-42C8-9D8A-78374428A66D}" type="presParOf" srcId="{F66B22DF-48A7-4362-8DA0-29094EC2303B}" destId="{7074E989-F634-4E9C-8C4A-CA490FE07C7A}" srcOrd="2" destOrd="0" presId="urn:microsoft.com/office/officeart/2018/2/layout/IconVerticalSolidList"/>
    <dgm:cxn modelId="{3CB74E6C-A7E6-4C14-B874-98207AE60A20}" type="presParOf" srcId="{7074E989-F634-4E9C-8C4A-CA490FE07C7A}" destId="{3AA6CC12-309B-4783-816C-D4C02CA25FBC}" srcOrd="0" destOrd="0" presId="urn:microsoft.com/office/officeart/2018/2/layout/IconVerticalSolidList"/>
    <dgm:cxn modelId="{8A214A3E-7C17-4090-AD3C-5710F1B26E4B}" type="presParOf" srcId="{7074E989-F634-4E9C-8C4A-CA490FE07C7A}" destId="{C7E8D88B-8B0B-4538-A776-8117EF739699}" srcOrd="1" destOrd="0" presId="urn:microsoft.com/office/officeart/2018/2/layout/IconVerticalSolidList"/>
    <dgm:cxn modelId="{695D203E-B4B2-4CB1-A94A-54E72EC82F36}" type="presParOf" srcId="{7074E989-F634-4E9C-8C4A-CA490FE07C7A}" destId="{41FE029A-36D2-40F7-8B5E-CE34F3165E7F}" srcOrd="2" destOrd="0" presId="urn:microsoft.com/office/officeart/2018/2/layout/IconVerticalSolidList"/>
    <dgm:cxn modelId="{146B6DEE-43B3-4D00-B528-1B57950B5932}" type="presParOf" srcId="{7074E989-F634-4E9C-8C4A-CA490FE07C7A}" destId="{CA641586-9432-44A5-A5C7-019FE3EFF13E}" srcOrd="3" destOrd="0" presId="urn:microsoft.com/office/officeart/2018/2/layout/IconVerticalSolidList"/>
    <dgm:cxn modelId="{2B3C5314-CDA0-449F-B71C-D8B582E9DE1E}" type="presParOf" srcId="{F66B22DF-48A7-4362-8DA0-29094EC2303B}" destId="{DB4766DC-2480-4931-92CE-D11BE8A03D6C}" srcOrd="3" destOrd="0" presId="urn:microsoft.com/office/officeart/2018/2/layout/IconVerticalSolidList"/>
    <dgm:cxn modelId="{36926369-988E-48D0-8E41-251AF89F7C2C}" type="presParOf" srcId="{F66B22DF-48A7-4362-8DA0-29094EC2303B}" destId="{01BE83A8-DBCB-4F18-A4DE-1CDBBD2B1831}" srcOrd="4" destOrd="0" presId="urn:microsoft.com/office/officeart/2018/2/layout/IconVerticalSolidList"/>
    <dgm:cxn modelId="{2DEB71C1-F233-481D-997E-2A7D952A27E5}" type="presParOf" srcId="{01BE83A8-DBCB-4F18-A4DE-1CDBBD2B1831}" destId="{C8FBC589-AB45-4DB7-B44B-553964ED245F}" srcOrd="0" destOrd="0" presId="urn:microsoft.com/office/officeart/2018/2/layout/IconVerticalSolidList"/>
    <dgm:cxn modelId="{897F3239-C718-4046-ADAE-174CD2BDA909}" type="presParOf" srcId="{01BE83A8-DBCB-4F18-A4DE-1CDBBD2B1831}" destId="{E0E04A56-C4A8-4C29-9B84-7BFB0234E10F}" srcOrd="1" destOrd="0" presId="urn:microsoft.com/office/officeart/2018/2/layout/IconVerticalSolidList"/>
    <dgm:cxn modelId="{C8010BE9-4A40-4A6F-8C02-6219E4C03ACE}" type="presParOf" srcId="{01BE83A8-DBCB-4F18-A4DE-1CDBBD2B1831}" destId="{A4302159-CA7D-4E77-9FB4-456E5023BBED}" srcOrd="2" destOrd="0" presId="urn:microsoft.com/office/officeart/2018/2/layout/IconVerticalSolidList"/>
    <dgm:cxn modelId="{FFE936DE-D9E1-4A8B-9D79-F9482C7E49D0}" type="presParOf" srcId="{01BE83A8-DBCB-4F18-A4DE-1CDBBD2B1831}" destId="{2907CDD4-5161-41E4-A17B-312E87674F4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40C92A-6E8B-4A7A-B245-BD62CAC348AE}">
      <dsp:nvSpPr>
        <dsp:cNvPr id="0" name=""/>
        <dsp:cNvSpPr/>
      </dsp:nvSpPr>
      <dsp:spPr>
        <a:xfrm>
          <a:off x="282794" y="1639269"/>
          <a:ext cx="1448055" cy="447073"/>
        </a:xfrm>
        <a:prstGeom prst="round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defRPr b="1"/>
          </a:pPr>
          <a:r>
            <a:rPr lang="en-US" sz="1200" kern="1200"/>
            <a:t>Create an account</a:t>
          </a:r>
          <a:endParaRPr lang="en-US" sz="1200" kern="1200" dirty="0"/>
        </a:p>
      </dsp:txBody>
      <dsp:txXfrm>
        <a:off x="304618" y="1661093"/>
        <a:ext cx="1404407" cy="403425"/>
      </dsp:txXfrm>
    </dsp:sp>
    <dsp:sp modelId="{456C0704-9239-4C51-80F0-A6BEDD4325C5}">
      <dsp:nvSpPr>
        <dsp:cNvPr id="0" name=""/>
        <dsp:cNvSpPr/>
      </dsp:nvSpPr>
      <dsp:spPr>
        <a:xfrm>
          <a:off x="1227" y="0"/>
          <a:ext cx="2011188" cy="1192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533400">
            <a:lnSpc>
              <a:spcPct val="90000"/>
            </a:lnSpc>
            <a:spcBef>
              <a:spcPct val="0"/>
            </a:spcBef>
            <a:spcAft>
              <a:spcPct val="35000"/>
            </a:spcAft>
            <a:buNone/>
          </a:pPr>
          <a:r>
            <a:rPr lang="en-US" sz="1200" kern="1200"/>
            <a:t>Create a user account to access the features</a:t>
          </a:r>
          <a:endParaRPr lang="en-US" sz="1200" kern="1200" dirty="0"/>
        </a:p>
      </dsp:txBody>
      <dsp:txXfrm>
        <a:off x="1227" y="0"/>
        <a:ext cx="2011188" cy="1192195"/>
      </dsp:txXfrm>
    </dsp:sp>
    <dsp:sp modelId="{620F24C6-4F89-4F46-A9F0-D9C57DA7CECB}">
      <dsp:nvSpPr>
        <dsp:cNvPr id="0" name=""/>
        <dsp:cNvSpPr/>
      </dsp:nvSpPr>
      <dsp:spPr>
        <a:xfrm>
          <a:off x="1730850" y="1862806"/>
          <a:ext cx="563132" cy="0"/>
        </a:xfrm>
        <a:custGeom>
          <a:avLst/>
          <a:gdLst/>
          <a:ahLst/>
          <a:cxnLst/>
          <a:rect l="0" t="0" r="0" b="0"/>
          <a:pathLst>
            <a:path>
              <a:moveTo>
                <a:pt x="0" y="0"/>
              </a:moveTo>
              <a:lnTo>
                <a:pt x="563132" y="0"/>
              </a:lnTo>
            </a:path>
          </a:pathLst>
        </a:custGeom>
        <a:noFill/>
        <a:ln w="127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4DA9C9F-AAE4-444C-8FB7-219651E4D191}">
      <dsp:nvSpPr>
        <dsp:cNvPr id="0" name=""/>
        <dsp:cNvSpPr/>
      </dsp:nvSpPr>
      <dsp:spPr>
        <a:xfrm>
          <a:off x="1006822" y="1266708"/>
          <a:ext cx="0" cy="372561"/>
        </a:xfrm>
        <a:prstGeom prst="line">
          <a:avLst/>
        </a:prstGeom>
        <a:noFill/>
        <a:ln w="9525"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5746578-2FA1-416F-AE82-72529AB9D982}">
      <dsp:nvSpPr>
        <dsp:cNvPr id="0" name=""/>
        <dsp:cNvSpPr/>
      </dsp:nvSpPr>
      <dsp:spPr>
        <a:xfrm>
          <a:off x="2293983" y="1639269"/>
          <a:ext cx="1448055" cy="447073"/>
        </a:xfrm>
        <a:prstGeom prst="round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defRPr b="1"/>
          </a:pPr>
          <a:r>
            <a:rPr lang="en-US" sz="1200" kern="1200"/>
            <a:t>Add pets</a:t>
          </a:r>
          <a:endParaRPr lang="en-US" sz="1200" kern="1200" dirty="0"/>
        </a:p>
      </dsp:txBody>
      <dsp:txXfrm>
        <a:off x="2315807" y="1661093"/>
        <a:ext cx="1404407" cy="403425"/>
      </dsp:txXfrm>
    </dsp:sp>
    <dsp:sp modelId="{6C4A98CB-59D1-405C-8521-4AE84CFB3604}">
      <dsp:nvSpPr>
        <dsp:cNvPr id="0" name=""/>
        <dsp:cNvSpPr/>
      </dsp:nvSpPr>
      <dsp:spPr>
        <a:xfrm>
          <a:off x="2012416" y="2533416"/>
          <a:ext cx="2011188" cy="1192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533400">
            <a:lnSpc>
              <a:spcPct val="90000"/>
            </a:lnSpc>
            <a:spcBef>
              <a:spcPct val="0"/>
            </a:spcBef>
            <a:spcAft>
              <a:spcPct val="35000"/>
            </a:spcAft>
            <a:buNone/>
          </a:pPr>
          <a:r>
            <a:rPr lang="en-US" sz="1200" kern="1200" dirty="0"/>
            <a:t>Add any pet here. Additional pets can be added later</a:t>
          </a:r>
        </a:p>
      </dsp:txBody>
      <dsp:txXfrm>
        <a:off x="2012416" y="2533416"/>
        <a:ext cx="2011188" cy="1192195"/>
      </dsp:txXfrm>
    </dsp:sp>
    <dsp:sp modelId="{6ADE3D6E-1BBB-4B36-996C-691163D322D1}">
      <dsp:nvSpPr>
        <dsp:cNvPr id="0" name=""/>
        <dsp:cNvSpPr/>
      </dsp:nvSpPr>
      <dsp:spPr>
        <a:xfrm>
          <a:off x="3742039" y="1862806"/>
          <a:ext cx="563132" cy="0"/>
        </a:xfrm>
        <a:custGeom>
          <a:avLst/>
          <a:gdLst/>
          <a:ahLst/>
          <a:cxnLst/>
          <a:rect l="0" t="0" r="0" b="0"/>
          <a:pathLst>
            <a:path>
              <a:moveTo>
                <a:pt x="0" y="0"/>
              </a:moveTo>
              <a:lnTo>
                <a:pt x="563132" y="0"/>
              </a:lnTo>
            </a:path>
          </a:pathLst>
        </a:custGeom>
        <a:noFill/>
        <a:ln w="127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60E563-890D-4D63-8580-39A3F0625D10}">
      <dsp:nvSpPr>
        <dsp:cNvPr id="0" name=""/>
        <dsp:cNvSpPr/>
      </dsp:nvSpPr>
      <dsp:spPr>
        <a:xfrm>
          <a:off x="3018011" y="2086342"/>
          <a:ext cx="0" cy="372561"/>
        </a:xfrm>
        <a:prstGeom prst="line">
          <a:avLst/>
        </a:prstGeom>
        <a:noFill/>
        <a:ln w="9525"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FDEA489-932E-44CE-94AF-31D79A5F6977}">
      <dsp:nvSpPr>
        <dsp:cNvPr id="0" name=""/>
        <dsp:cNvSpPr/>
      </dsp:nvSpPr>
      <dsp:spPr>
        <a:xfrm>
          <a:off x="4305172" y="1639269"/>
          <a:ext cx="1448055" cy="447073"/>
        </a:xfrm>
        <a:prstGeom prst="round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defRPr b="1"/>
          </a:pPr>
          <a:r>
            <a:rPr lang="en-US" sz="1200" kern="1200" dirty="0"/>
            <a:t>Add clinics</a:t>
          </a:r>
        </a:p>
      </dsp:txBody>
      <dsp:txXfrm>
        <a:off x="4326996" y="1661093"/>
        <a:ext cx="1404407" cy="403425"/>
      </dsp:txXfrm>
    </dsp:sp>
    <dsp:sp modelId="{36C47767-1598-495D-85F3-269B9DEE8C72}">
      <dsp:nvSpPr>
        <dsp:cNvPr id="0" name=""/>
        <dsp:cNvSpPr/>
      </dsp:nvSpPr>
      <dsp:spPr>
        <a:xfrm>
          <a:off x="4023605" y="0"/>
          <a:ext cx="2011188" cy="1192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533400">
            <a:lnSpc>
              <a:spcPct val="90000"/>
            </a:lnSpc>
            <a:spcBef>
              <a:spcPct val="0"/>
            </a:spcBef>
            <a:spcAft>
              <a:spcPct val="35000"/>
            </a:spcAft>
            <a:buNone/>
          </a:pPr>
          <a:r>
            <a:rPr lang="en-US" sz="1200" kern="1200" dirty="0"/>
            <a:t>Add clinics and veterinarian information</a:t>
          </a:r>
        </a:p>
      </dsp:txBody>
      <dsp:txXfrm>
        <a:off x="4023605" y="0"/>
        <a:ext cx="2011188" cy="1192195"/>
      </dsp:txXfrm>
    </dsp:sp>
    <dsp:sp modelId="{B46B7221-0BAB-47AF-BA0A-C7BFE468EF15}">
      <dsp:nvSpPr>
        <dsp:cNvPr id="0" name=""/>
        <dsp:cNvSpPr/>
      </dsp:nvSpPr>
      <dsp:spPr>
        <a:xfrm>
          <a:off x="5753227" y="1862806"/>
          <a:ext cx="563132" cy="0"/>
        </a:xfrm>
        <a:custGeom>
          <a:avLst/>
          <a:gdLst/>
          <a:ahLst/>
          <a:cxnLst/>
          <a:rect l="0" t="0" r="0" b="0"/>
          <a:pathLst>
            <a:path>
              <a:moveTo>
                <a:pt x="0" y="0"/>
              </a:moveTo>
              <a:lnTo>
                <a:pt x="563132" y="0"/>
              </a:lnTo>
            </a:path>
          </a:pathLst>
        </a:custGeom>
        <a:noFill/>
        <a:ln w="127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778F72-B75F-42F3-8885-9B11CF152BDF}">
      <dsp:nvSpPr>
        <dsp:cNvPr id="0" name=""/>
        <dsp:cNvSpPr/>
      </dsp:nvSpPr>
      <dsp:spPr>
        <a:xfrm>
          <a:off x="5029199" y="1266708"/>
          <a:ext cx="0" cy="372561"/>
        </a:xfrm>
        <a:prstGeom prst="line">
          <a:avLst/>
        </a:prstGeom>
        <a:noFill/>
        <a:ln w="9525"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8EAA2CA-56F3-48A9-8303-04160552D2B9}">
      <dsp:nvSpPr>
        <dsp:cNvPr id="0" name=""/>
        <dsp:cNvSpPr/>
      </dsp:nvSpPr>
      <dsp:spPr>
        <a:xfrm>
          <a:off x="6316360" y="1639269"/>
          <a:ext cx="1448055" cy="447073"/>
        </a:xfrm>
        <a:prstGeom prst="round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defRPr b="1"/>
          </a:pPr>
          <a:r>
            <a:rPr lang="en-US" sz="1200" kern="1200" dirty="0"/>
            <a:t>Add medications</a:t>
          </a:r>
        </a:p>
      </dsp:txBody>
      <dsp:txXfrm>
        <a:off x="6338184" y="1661093"/>
        <a:ext cx="1404407" cy="403425"/>
      </dsp:txXfrm>
    </dsp:sp>
    <dsp:sp modelId="{83573FFA-589C-493C-B419-B737587757E4}">
      <dsp:nvSpPr>
        <dsp:cNvPr id="0" name=""/>
        <dsp:cNvSpPr/>
      </dsp:nvSpPr>
      <dsp:spPr>
        <a:xfrm>
          <a:off x="6034794" y="2533416"/>
          <a:ext cx="2011188" cy="1192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533400">
            <a:lnSpc>
              <a:spcPct val="90000"/>
            </a:lnSpc>
            <a:spcBef>
              <a:spcPct val="0"/>
            </a:spcBef>
            <a:spcAft>
              <a:spcPct val="35000"/>
            </a:spcAft>
            <a:buNone/>
          </a:pPr>
          <a:r>
            <a:rPr lang="en-US" sz="1200" kern="1200"/>
            <a:t>Add medications, dosages, and refills</a:t>
          </a:r>
          <a:endParaRPr lang="en-US" sz="1200" kern="1200" dirty="0"/>
        </a:p>
      </dsp:txBody>
      <dsp:txXfrm>
        <a:off x="6034794" y="2533416"/>
        <a:ext cx="2011188" cy="1192195"/>
      </dsp:txXfrm>
    </dsp:sp>
    <dsp:sp modelId="{41E0C33E-8F60-45E0-B9FD-A170B29FE46A}">
      <dsp:nvSpPr>
        <dsp:cNvPr id="0" name=""/>
        <dsp:cNvSpPr/>
      </dsp:nvSpPr>
      <dsp:spPr>
        <a:xfrm>
          <a:off x="7764416" y="1862806"/>
          <a:ext cx="563132" cy="0"/>
        </a:xfrm>
        <a:custGeom>
          <a:avLst/>
          <a:gdLst/>
          <a:ahLst/>
          <a:cxnLst/>
          <a:rect l="0" t="0" r="0" b="0"/>
          <a:pathLst>
            <a:path>
              <a:moveTo>
                <a:pt x="0" y="0"/>
              </a:moveTo>
              <a:lnTo>
                <a:pt x="563132" y="0"/>
              </a:lnTo>
            </a:path>
          </a:pathLst>
        </a:custGeom>
        <a:noFill/>
        <a:ln w="127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437821-3B5E-4187-A2AD-9089C504E31F}">
      <dsp:nvSpPr>
        <dsp:cNvPr id="0" name=""/>
        <dsp:cNvSpPr/>
      </dsp:nvSpPr>
      <dsp:spPr>
        <a:xfrm>
          <a:off x="7040388" y="2086342"/>
          <a:ext cx="0" cy="372561"/>
        </a:xfrm>
        <a:prstGeom prst="line">
          <a:avLst/>
        </a:prstGeom>
        <a:noFill/>
        <a:ln w="9525"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8E186C6-7663-49D6-8F6B-08BDB3489CE2}">
      <dsp:nvSpPr>
        <dsp:cNvPr id="0" name=""/>
        <dsp:cNvSpPr/>
      </dsp:nvSpPr>
      <dsp:spPr>
        <a:xfrm>
          <a:off x="8327549" y="1639269"/>
          <a:ext cx="1448055" cy="447073"/>
        </a:xfrm>
        <a:prstGeom prst="round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defRPr b="1"/>
          </a:pPr>
          <a:r>
            <a:rPr lang="en-US" sz="1200" kern="1200" dirty="0"/>
            <a:t>Add labs</a:t>
          </a:r>
        </a:p>
      </dsp:txBody>
      <dsp:txXfrm>
        <a:off x="8349373" y="1661093"/>
        <a:ext cx="1404407" cy="403425"/>
      </dsp:txXfrm>
    </dsp:sp>
    <dsp:sp modelId="{724DD17E-6968-4BAF-A624-F80979048787}">
      <dsp:nvSpPr>
        <dsp:cNvPr id="0" name=""/>
        <dsp:cNvSpPr/>
      </dsp:nvSpPr>
      <dsp:spPr>
        <a:xfrm>
          <a:off x="8045983" y="0"/>
          <a:ext cx="2011188" cy="1192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533400">
            <a:lnSpc>
              <a:spcPct val="90000"/>
            </a:lnSpc>
            <a:spcBef>
              <a:spcPct val="0"/>
            </a:spcBef>
            <a:spcAft>
              <a:spcPct val="35000"/>
            </a:spcAft>
            <a:buNone/>
          </a:pPr>
          <a:r>
            <a:rPr lang="en-US" sz="1200" kern="1200" dirty="0"/>
            <a:t>Add bloodwork, urine results, and other labs</a:t>
          </a:r>
        </a:p>
      </dsp:txBody>
      <dsp:txXfrm>
        <a:off x="8045983" y="0"/>
        <a:ext cx="2011188" cy="1192195"/>
      </dsp:txXfrm>
    </dsp:sp>
    <dsp:sp modelId="{517909ED-CB49-4303-A186-09C45FFBB0F1}">
      <dsp:nvSpPr>
        <dsp:cNvPr id="0" name=""/>
        <dsp:cNvSpPr/>
      </dsp:nvSpPr>
      <dsp:spPr>
        <a:xfrm>
          <a:off x="9051577" y="1266708"/>
          <a:ext cx="0" cy="372561"/>
        </a:xfrm>
        <a:prstGeom prst="line">
          <a:avLst/>
        </a:prstGeom>
        <a:noFill/>
        <a:ln w="9525" cap="flat" cmpd="sng" algn="ctr">
          <a:solidFill>
            <a:schemeClr val="dk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77AE9A-5F65-48EE-9242-31D08FBA37D0}">
      <dsp:nvSpPr>
        <dsp:cNvPr id="0" name=""/>
        <dsp:cNvSpPr/>
      </dsp:nvSpPr>
      <dsp:spPr>
        <a:xfrm>
          <a:off x="0" y="638"/>
          <a:ext cx="5906181" cy="149412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2E0610-71D6-4F07-850E-52F337DC7736}">
      <dsp:nvSpPr>
        <dsp:cNvPr id="0" name=""/>
        <dsp:cNvSpPr/>
      </dsp:nvSpPr>
      <dsp:spPr>
        <a:xfrm>
          <a:off x="451973" y="336816"/>
          <a:ext cx="821769" cy="821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11AB46-87FA-46CA-830C-0CE9B9B0F295}">
      <dsp:nvSpPr>
        <dsp:cNvPr id="0" name=""/>
        <dsp:cNvSpPr/>
      </dsp:nvSpPr>
      <dsp:spPr>
        <a:xfrm>
          <a:off x="1725715" y="638"/>
          <a:ext cx="4180465" cy="1494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128" tIns="158128" rIns="158128" bIns="158128" numCol="1" spcCol="1270" anchor="ctr" anchorCtr="0">
          <a:noAutofit/>
        </a:bodyPr>
        <a:lstStyle/>
        <a:p>
          <a:pPr marL="0" lvl="0" indent="0" algn="l" defTabSz="1111250">
            <a:lnSpc>
              <a:spcPct val="90000"/>
            </a:lnSpc>
            <a:spcBef>
              <a:spcPct val="0"/>
            </a:spcBef>
            <a:spcAft>
              <a:spcPct val="35000"/>
            </a:spcAft>
            <a:buNone/>
          </a:pPr>
          <a:r>
            <a:rPr lang="en-US" sz="2500" b="1" kern="1200"/>
            <a:t>View lab trends over time in one place</a:t>
          </a:r>
          <a:endParaRPr lang="en-US" sz="2500" kern="1200"/>
        </a:p>
      </dsp:txBody>
      <dsp:txXfrm>
        <a:off x="1725715" y="638"/>
        <a:ext cx="4180465" cy="1494125"/>
      </dsp:txXfrm>
    </dsp:sp>
    <dsp:sp modelId="{3AA6CC12-309B-4783-816C-D4C02CA25FBC}">
      <dsp:nvSpPr>
        <dsp:cNvPr id="0" name=""/>
        <dsp:cNvSpPr/>
      </dsp:nvSpPr>
      <dsp:spPr>
        <a:xfrm>
          <a:off x="0" y="1868296"/>
          <a:ext cx="5906181" cy="149412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E8D88B-8B0B-4538-A776-8117EF739699}">
      <dsp:nvSpPr>
        <dsp:cNvPr id="0" name=""/>
        <dsp:cNvSpPr/>
      </dsp:nvSpPr>
      <dsp:spPr>
        <a:xfrm>
          <a:off x="451973" y="2204474"/>
          <a:ext cx="821769" cy="821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641586-9432-44A5-A5C7-019FE3EFF13E}">
      <dsp:nvSpPr>
        <dsp:cNvPr id="0" name=""/>
        <dsp:cNvSpPr/>
      </dsp:nvSpPr>
      <dsp:spPr>
        <a:xfrm>
          <a:off x="1725715" y="1868296"/>
          <a:ext cx="4180465" cy="1494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128" tIns="158128" rIns="158128" bIns="158128" numCol="1" spcCol="1270" anchor="ctr" anchorCtr="0">
          <a:noAutofit/>
        </a:bodyPr>
        <a:lstStyle/>
        <a:p>
          <a:pPr marL="0" lvl="0" indent="0" algn="l" defTabSz="1111250">
            <a:lnSpc>
              <a:spcPct val="90000"/>
            </a:lnSpc>
            <a:spcBef>
              <a:spcPct val="0"/>
            </a:spcBef>
            <a:spcAft>
              <a:spcPct val="35000"/>
            </a:spcAft>
            <a:buNone/>
          </a:pPr>
          <a:r>
            <a:rPr lang="en-US" sz="2500" b="1" kern="1200"/>
            <a:t>Spot changes in lab values without digging through old records</a:t>
          </a:r>
          <a:endParaRPr lang="en-US" sz="2500" kern="1200"/>
        </a:p>
      </dsp:txBody>
      <dsp:txXfrm>
        <a:off x="1725715" y="1868296"/>
        <a:ext cx="4180465" cy="1494125"/>
      </dsp:txXfrm>
    </dsp:sp>
    <dsp:sp modelId="{C8FBC589-AB45-4DB7-B44B-553964ED245F}">
      <dsp:nvSpPr>
        <dsp:cNvPr id="0" name=""/>
        <dsp:cNvSpPr/>
      </dsp:nvSpPr>
      <dsp:spPr>
        <a:xfrm>
          <a:off x="0" y="3735953"/>
          <a:ext cx="5906181" cy="149412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E04A56-C4A8-4C29-9B84-7BFB0234E10F}">
      <dsp:nvSpPr>
        <dsp:cNvPr id="0" name=""/>
        <dsp:cNvSpPr/>
      </dsp:nvSpPr>
      <dsp:spPr>
        <a:xfrm>
          <a:off x="451973" y="4072131"/>
          <a:ext cx="821769" cy="821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907CDD4-5161-41E4-A17B-312E87674F41}">
      <dsp:nvSpPr>
        <dsp:cNvPr id="0" name=""/>
        <dsp:cNvSpPr/>
      </dsp:nvSpPr>
      <dsp:spPr>
        <a:xfrm>
          <a:off x="1725715" y="3735953"/>
          <a:ext cx="4180465" cy="1494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128" tIns="158128" rIns="158128" bIns="158128" numCol="1" spcCol="1270" anchor="ctr" anchorCtr="0">
          <a:noAutofit/>
        </a:bodyPr>
        <a:lstStyle/>
        <a:p>
          <a:pPr marL="0" lvl="0" indent="0" algn="l" defTabSz="1111250">
            <a:lnSpc>
              <a:spcPct val="90000"/>
            </a:lnSpc>
            <a:spcBef>
              <a:spcPct val="0"/>
            </a:spcBef>
            <a:spcAft>
              <a:spcPct val="35000"/>
            </a:spcAft>
            <a:buNone/>
          </a:pPr>
          <a:r>
            <a:rPr lang="en-US" sz="2500" b="1" kern="1200" dirty="0"/>
            <a:t>Bring a clear history to every veterinary visit</a:t>
          </a:r>
          <a:endParaRPr lang="en-US" sz="2500" kern="1200" dirty="0"/>
        </a:p>
      </dsp:txBody>
      <dsp:txXfrm>
        <a:off x="1725715" y="3735953"/>
        <a:ext cx="4180465" cy="1494125"/>
      </dsp:txXfrm>
    </dsp:sp>
  </dsp:spTree>
</dsp:drawing>
</file>

<file path=ppt/diagrams/layout1.xml><?xml version="1.0" encoding="utf-8"?>
<dgm:layoutDef xmlns:dgm="http://schemas.openxmlformats.org/drawingml/2006/diagram" xmlns:a="http://schemas.openxmlformats.org/drawingml/2006/main" uniqueId="urn:microsoft.com/office/officeart/2024/3/layout/BlockTimeline">
  <dgm:title val="Block Timeline"/>
  <dgm:desc val="Displays events in chronological order. Each event should have a date of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16"/>
      <dgm:constr type="primFontSz" for="des" forName="Childtext1" val="14"/>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roundRect" r:blip="">
                        <dgm:adjLst/>
                      </dgm:shape>
                    </dgm:if>
                    <dgm:else name="Name20">
                      <dgm:shape xmlns:r="http://schemas.openxmlformats.org/officeDocument/2006/relationships" type="round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type="roundRect" r:blip="">
                        <dgm:adjLst/>
                      </dgm:shape>
                    </dgm:if>
                    <dgm:else name="Name26">
                      <dgm:shape xmlns:r="http://schemas.openxmlformats.org/officeDocument/2006/relationships" type="roundRect" r:blip="">
                        <dgm:adjLst/>
                      </dgm:shape>
                    </dgm:else>
                  </dgm:choose>
                </dgm:if>
                <dgm:else name="Name27">
                  <dgm:shape xmlns:r="http://schemas.openxmlformats.org/officeDocument/2006/relationships" type="round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5"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
            <dgm:constr type="bMarg" refType="primFontSz" fact="0"/>
          </dgm:constrLst>
          <dgm:presOf axis="ch" ptType="node"/>
          <dgm:ruleLst>
            <dgm:rule type="primFontSz" val="5"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9525"/>
                </dgm1612:spPr>
              </a:ext>
            </dgm:ext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extLst>
              <a:ext uri="{B698B0E9-8C71-41B9-8309-B3DCBF30829C}">
                <dgm1612:spPr xmlns:dgm1612="http://schemas.microsoft.com/office/drawing/2016/12/diagram">
                  <a:ln w="12700"/>
                </dgm1612:spPr>
              </a:ext>
            </dgm:extLst>
          </dgm:shape>
          <dgm:presOf/>
          <dgm:constrLst>
            <dgm:constr type="connDist"/>
            <dgm:constr type="begPad"/>
            <dgm:constr type="endPad"/>
          </dgm:constrLst>
          <dgm:ruleLst/>
        </dgm:layoutNode>
      </dgm:forEach>
    </dgm:forEach>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10/3/2026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623373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73335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10/3/2026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182218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875695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46068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51408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74174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10/3/2026</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89972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10/3/2026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85397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20169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40233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US"/>
          </a:p>
        </p:txBody>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10/3/2026</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92153221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19" r:id="rId5"/>
    <p:sldLayoutId id="2147483714" r:id="rId6"/>
    <p:sldLayoutId id="2147483715" r:id="rId7"/>
    <p:sldLayoutId id="2147483716" r:id="rId8"/>
    <p:sldLayoutId id="2147483717" r:id="rId9"/>
    <p:sldLayoutId id="2147483718" r:id="rId10"/>
    <p:sldLayoutId id="2147483720" r:id="rId11"/>
  </p:sldLayoutIdLst>
  <p:hf sldNum="0" hdr="0" ftr="0" dt="0"/>
  <p:txStyles>
    <p:titleStyle>
      <a:lvl1pPr algn="l" defTabSz="914400" rtl="0" eaLnBrk="1" latinLnBrk="0" hangingPunct="1">
        <a:lnSpc>
          <a:spcPct val="90000"/>
        </a:lnSpc>
        <a:spcBef>
          <a:spcPct val="0"/>
        </a:spcBef>
        <a:buNone/>
        <a:defRPr lang="en-US" sz="4000" b="1"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7.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348050-DC6E-06B9-07E0-2E15962BDC9C}"/>
              </a:ext>
            </a:extLst>
          </p:cNvPr>
          <p:cNvPicPr>
            <a:picLocks noChangeAspect="1"/>
          </p:cNvPicPr>
          <p:nvPr/>
        </p:nvPicPr>
        <p:blipFill>
          <a:blip r:embed="rId2"/>
          <a:srcRect t="9573" b="6157"/>
          <a:stretch>
            <a:fillRect/>
          </a:stretch>
        </p:blipFill>
        <p:spPr>
          <a:xfrm>
            <a:off x="21" y="0"/>
            <a:ext cx="12191979" cy="6857990"/>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txBody>
          <a:bodyPr/>
          <a:lstStyle/>
          <a:p>
            <a:endParaRPr lang="en-US"/>
          </a:p>
        </p:txBody>
      </p:sp>
      <p:sp>
        <p:nvSpPr>
          <p:cNvPr id="11" name="Rectangle 1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5A2A6C4C-1ABC-9FFA-FB73-F391AF4321C3}"/>
              </a:ext>
            </a:extLst>
          </p:cNvPr>
          <p:cNvSpPr>
            <a:spLocks noGrp="1"/>
          </p:cNvSpPr>
          <p:nvPr>
            <p:ph type="ctrTitle"/>
          </p:nvPr>
        </p:nvSpPr>
        <p:spPr>
          <a:xfrm>
            <a:off x="1276055" y="2350017"/>
            <a:ext cx="4775075" cy="1630906"/>
          </a:xfrm>
        </p:spPr>
        <p:txBody>
          <a:bodyPr>
            <a:normAutofit/>
          </a:bodyPr>
          <a:lstStyle/>
          <a:p>
            <a:r>
              <a:rPr lang="en-US" sz="4400">
                <a:solidFill>
                  <a:schemeClr val="tx1"/>
                </a:solidFill>
              </a:rPr>
              <a:t>MyBarkChart</a:t>
            </a:r>
          </a:p>
        </p:txBody>
      </p:sp>
      <p:sp>
        <p:nvSpPr>
          <p:cNvPr id="3" name="Subtitle 2">
            <a:extLst>
              <a:ext uri="{FF2B5EF4-FFF2-40B4-BE49-F238E27FC236}">
                <a16:creationId xmlns:a16="http://schemas.microsoft.com/office/drawing/2014/main" id="{8E5DC75B-7D66-DD28-2E24-BB4AC2BA5EDD}"/>
              </a:ext>
            </a:extLst>
          </p:cNvPr>
          <p:cNvSpPr>
            <a:spLocks noGrp="1"/>
          </p:cNvSpPr>
          <p:nvPr>
            <p:ph type="subTitle" idx="1"/>
          </p:nvPr>
        </p:nvSpPr>
        <p:spPr>
          <a:xfrm>
            <a:off x="1276055" y="3990546"/>
            <a:ext cx="4775075" cy="559656"/>
          </a:xfrm>
        </p:spPr>
        <p:txBody>
          <a:bodyPr>
            <a:normAutofit/>
          </a:bodyPr>
          <a:lstStyle/>
          <a:p>
            <a:pPr>
              <a:spcAft>
                <a:spcPts val="600"/>
              </a:spcAft>
            </a:pPr>
            <a:r>
              <a:rPr lang="en-US" dirty="0">
                <a:solidFill>
                  <a:schemeClr val="tx1"/>
                </a:solidFill>
              </a:rPr>
              <a:t>Any Pet. Every Record.</a:t>
            </a:r>
          </a:p>
        </p:txBody>
      </p:sp>
    </p:spTree>
    <p:extLst>
      <p:ext uri="{BB962C8B-B14F-4D97-AF65-F5344CB8AC3E}">
        <p14:creationId xmlns:p14="http://schemas.microsoft.com/office/powerpoint/2010/main" val="258637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5FAA58-0EDC-412F-A5F8-01968BE605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8089CB0-2F03-4E3C-ADBB-570A3BE78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81" y="0"/>
            <a:ext cx="551077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DBA80B1-3B69-49C0-8AC9-716ABA57F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197" y="643464"/>
            <a:ext cx="4143830" cy="5566305"/>
          </a:xfrm>
          <a:prstGeom prst="rect">
            <a:avLst/>
          </a:prstGeom>
          <a:solidFill>
            <a:srgbClr val="D9D9D9"/>
          </a:solidFill>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14" name="Rectangle 13">
            <a:extLst>
              <a:ext uri="{FF2B5EF4-FFF2-40B4-BE49-F238E27FC236}">
                <a16:creationId xmlns:a16="http://schemas.microsoft.com/office/drawing/2014/main" id="{047E1103-B264-49BE-BC2A-F4E40BD3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1587" y="806860"/>
            <a:ext cx="3813048" cy="5239512"/>
          </a:xfrm>
          <a:prstGeom prst="rect">
            <a:avLst/>
          </a:prstGeom>
          <a:solidFill>
            <a:schemeClr val="bg1"/>
          </a:solidFill>
          <a:ln w="9525" cap="sq" cmpd="sng" algn="ctr">
            <a:no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66B2354-9896-5F97-BE99-C339DD006479}"/>
              </a:ext>
            </a:extLst>
          </p:cNvPr>
          <p:cNvSpPr>
            <a:spLocks noGrp="1"/>
          </p:cNvSpPr>
          <p:nvPr>
            <p:ph type="title"/>
          </p:nvPr>
        </p:nvSpPr>
        <p:spPr>
          <a:xfrm>
            <a:off x="983887" y="1185059"/>
            <a:ext cx="3491832" cy="4487882"/>
          </a:xfrm>
        </p:spPr>
        <p:txBody>
          <a:bodyPr>
            <a:normAutofit/>
          </a:bodyPr>
          <a:lstStyle/>
          <a:p>
            <a:pPr algn="ctr"/>
            <a:r>
              <a:rPr lang="en-US" sz="4400" dirty="0"/>
              <a:t>Add a title</a:t>
            </a:r>
          </a:p>
        </p:txBody>
      </p:sp>
      <p:sp>
        <p:nvSpPr>
          <p:cNvPr id="16" name="Rectangle 15">
            <a:extLst>
              <a:ext uri="{FF2B5EF4-FFF2-40B4-BE49-F238E27FC236}">
                <a16:creationId xmlns:a16="http://schemas.microsoft.com/office/drawing/2014/main" id="{52DA11B6-B538-4624-9628-98B823D76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9939" y="276008"/>
            <a:ext cx="6146615" cy="6305984"/>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FB1CB5B-67A5-45DB-B8E1-7A09A642E3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5455" y="438912"/>
            <a:ext cx="5815584" cy="5980176"/>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36938470-15F3-2CE3-CEBB-B88CA40752D9}"/>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6403656" y="936416"/>
            <a:ext cx="4870512" cy="4985169"/>
          </a:xfrm>
        </p:spPr>
        <p:txBody>
          <a:bodyPr>
            <a:normAutofit/>
          </a:bodyPr>
          <a:lstStyle/>
          <a:p>
            <a:pPr marL="0" lvl="0" indent="0">
              <a:spcBef>
                <a:spcPts val="2500"/>
              </a:spcBef>
              <a:buFont typeface="Arial" panose="020B0604020202020204" pitchFamily="34" charset="0"/>
              <a:buNone/>
            </a:pPr>
            <a:r>
              <a:rPr lang="en-US" sz="1400" b="1" dirty="0"/>
              <a:t>The Inspiration</a:t>
            </a:r>
          </a:p>
          <a:p>
            <a:pPr marL="0" lvl="1" indent="0">
              <a:buFont typeface="Arial" panose="020B0604020202020204" pitchFamily="34" charset="0"/>
              <a:buNone/>
            </a:pPr>
            <a:r>
              <a:rPr lang="en-US" sz="1400" dirty="0"/>
              <a:t>This project was inspired by a dog named Sparky. As Sparky aged, her bloodwork kept coming back with more alarming values. She was referred to an internal medicine veterinarian, and started accumulating records between two veterinary offices.​ </a:t>
            </a:r>
            <a:r>
              <a:rPr lang="en-US" sz="1400" dirty="0" err="1"/>
              <a:t>MyBarkChart</a:t>
            </a:r>
            <a:r>
              <a:rPr lang="en-US" sz="1400" dirty="0"/>
              <a:t> became the solution.</a:t>
            </a:r>
          </a:p>
          <a:p>
            <a:pPr marL="0" lvl="0" indent="0">
              <a:spcBef>
                <a:spcPts val="2500"/>
              </a:spcBef>
              <a:buFont typeface="Arial" panose="020B0604020202020204" pitchFamily="34" charset="0"/>
              <a:buNone/>
            </a:pPr>
            <a:r>
              <a:rPr lang="en-US" sz="1400" b="1" dirty="0"/>
              <a:t>What It Does</a:t>
            </a:r>
          </a:p>
          <a:p>
            <a:pPr marL="0" lvl="1" indent="0">
              <a:buFont typeface="Arial" panose="020B0604020202020204" pitchFamily="34" charset="0"/>
              <a:buNone/>
            </a:pPr>
            <a:r>
              <a:rPr lang="en-US" sz="1400" dirty="0" err="1"/>
              <a:t>MyBarkChart</a:t>
            </a:r>
            <a:r>
              <a:rPr lang="en-US" sz="1400" dirty="0"/>
              <a:t> is built to be portable medical records. It is functional on mobile devices, making it easier to remember which medications your animal takes, or what their last weight was. If you see multiple vets, it will be an easy way to keep track of labs between offices.</a:t>
            </a:r>
          </a:p>
          <a:p>
            <a:pPr marL="0" lvl="0" indent="0">
              <a:spcBef>
                <a:spcPts val="2500"/>
              </a:spcBef>
              <a:buFont typeface="Arial" panose="020B0604020202020204" pitchFamily="34" charset="0"/>
              <a:buNone/>
            </a:pPr>
            <a:r>
              <a:rPr lang="en-US" sz="1400" b="1" dirty="0"/>
              <a:t>Built For Everyone​</a:t>
            </a:r>
          </a:p>
          <a:p>
            <a:pPr marL="0" lvl="1" indent="0">
              <a:buFont typeface="Arial" panose="020B0604020202020204" pitchFamily="34" charset="0"/>
              <a:buNone/>
            </a:pPr>
            <a:r>
              <a:rPr lang="en-US" sz="1400" dirty="0"/>
              <a:t>Free to use. Designed for any animal, and every record.</a:t>
            </a:r>
          </a:p>
        </p:txBody>
      </p:sp>
      <p:pic>
        <p:nvPicPr>
          <p:cNvPr id="5" name="Picture 4">
            <a:extLst>
              <a:ext uri="{FF2B5EF4-FFF2-40B4-BE49-F238E27FC236}">
                <a16:creationId xmlns:a16="http://schemas.microsoft.com/office/drawing/2014/main" id="{4B4ED400-0483-A6FA-4869-5DA2347A0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585" y="806859"/>
            <a:ext cx="3813049" cy="5239513"/>
          </a:xfrm>
          <a:prstGeom prst="rect">
            <a:avLst/>
          </a:prstGeom>
        </p:spPr>
      </p:pic>
    </p:spTree>
    <p:extLst>
      <p:ext uri="{BB962C8B-B14F-4D97-AF65-F5344CB8AC3E}">
        <p14:creationId xmlns:p14="http://schemas.microsoft.com/office/powerpoint/2010/main" val="1275732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4BED5A-E98E-4DA0-BAA5-4F6AB2492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64B94A-E40E-48CE-BD7B-C1A30AE57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982" y="488542"/>
            <a:ext cx="11244036" cy="5880916"/>
          </a:xfrm>
          <a:prstGeom prst="rect">
            <a:avLst/>
          </a:prstGeom>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9EC5CA6-6479-49D5-B4B5-5643D26B83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84442" y="2057401"/>
            <a:ext cx="0" cy="27432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1B26337-5AA4-470D-9687-5907CB53B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685800"/>
            <a:ext cx="10853928" cy="5486400"/>
          </a:xfrm>
          <a:prstGeom prst="rect">
            <a:avLst/>
          </a:prstGeom>
          <a:noFill/>
          <a:ln w="6350" cap="sq" cmpd="sng" algn="ctr">
            <a:solidFill>
              <a:srgbClr val="FFFFFF"/>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2042335D-9B81-5E99-87EC-624C77968FEA}"/>
              </a:ext>
            </a:extLst>
          </p:cNvPr>
          <p:cNvSpPr>
            <a:spLocks noGrp="1"/>
          </p:cNvSpPr>
          <p:nvPr>
            <p:ph type="title"/>
          </p:nvPr>
        </p:nvSpPr>
        <p:spPr>
          <a:xfrm>
            <a:off x="866440" y="1000370"/>
            <a:ext cx="3462079" cy="4857262"/>
          </a:xfrm>
        </p:spPr>
        <p:txBody>
          <a:bodyPr>
            <a:normAutofit/>
          </a:bodyPr>
          <a:lstStyle/>
          <a:p>
            <a:pPr algn="r"/>
            <a:r>
              <a:rPr lang="en-US" sz="4400">
                <a:solidFill>
                  <a:srgbClr val="FFFFFF"/>
                </a:solidFill>
              </a:rPr>
              <a:t>What It Does</a:t>
            </a:r>
          </a:p>
        </p:txBody>
      </p:sp>
      <p:graphicFrame>
        <p:nvGraphicFramePr>
          <p:cNvPr id="4" name="Content Placeholder 3">
            <a:extLst>
              <a:ext uri="{FF2B5EF4-FFF2-40B4-BE49-F238E27FC236}">
                <a16:creationId xmlns:a16="http://schemas.microsoft.com/office/drawing/2014/main" id="{F15142C2-BE7A-2C23-E242-65F377716FD4}"/>
              </a:ext>
            </a:extLst>
          </p:cNvPr>
          <p:cNvGraphicFramePr>
            <a:graphicFrameLocks noGrp="1"/>
          </p:cNvGraphicFramePr>
          <p:nvPr>
            <p:ph idx="1"/>
            <p:extLst>
              <p:ext uri="{D42A27DB-BD31-4B8C-83A1-F6EECF244321}">
                <p14:modId xmlns:p14="http://schemas.microsoft.com/office/powerpoint/2010/main" val="2546449985"/>
              </p:ext>
            </p:extLst>
          </p:nvPr>
        </p:nvGraphicFramePr>
        <p:xfrm>
          <a:off x="5091693" y="2111672"/>
          <a:ext cx="6019251" cy="2734965"/>
        </p:xfrm>
        <a:graphic>
          <a:graphicData uri="http://schemas.openxmlformats.org/drawingml/2006/table">
            <a:tbl>
              <a:tblPr firstRow="1" bandRow="1">
                <a:tableStyleId>{5C22544A-7EE6-4342-B048-85BDC9FD1C3A}</a:tableStyleId>
              </a:tblPr>
              <a:tblGrid>
                <a:gridCol w="2006417">
                  <a:extLst>
                    <a:ext uri="{9D8B030D-6E8A-4147-A177-3AD203B41FA5}">
                      <a16:colId xmlns:a16="http://schemas.microsoft.com/office/drawing/2014/main" val="247724388"/>
                    </a:ext>
                  </a:extLst>
                </a:gridCol>
                <a:gridCol w="2006417">
                  <a:extLst>
                    <a:ext uri="{9D8B030D-6E8A-4147-A177-3AD203B41FA5}">
                      <a16:colId xmlns:a16="http://schemas.microsoft.com/office/drawing/2014/main" val="3665036593"/>
                    </a:ext>
                  </a:extLst>
                </a:gridCol>
                <a:gridCol w="2006417">
                  <a:extLst>
                    <a:ext uri="{9D8B030D-6E8A-4147-A177-3AD203B41FA5}">
                      <a16:colId xmlns:a16="http://schemas.microsoft.com/office/drawing/2014/main" val="3641067955"/>
                    </a:ext>
                  </a:extLst>
                </a:gridCol>
              </a:tblGrid>
              <a:tr h="1363365">
                <a:tc>
                  <a:txBody>
                    <a:bodyPr/>
                    <a:lstStyle/>
                    <a:p>
                      <a:r>
                        <a:rPr lang="en-US" sz="1600" b="1" dirty="0">
                          <a:latin typeface="Selawik" panose="020B0502040204020203" pitchFamily="34" charset="0"/>
                        </a:rPr>
                        <a:t>Keep track of your veterinarians across clinics</a:t>
                      </a:r>
                    </a:p>
                  </a:txBody>
                  <a:tcPr/>
                </a:tc>
                <a:tc>
                  <a:txBody>
                    <a:bodyPr/>
                    <a:lstStyle/>
                    <a:p>
                      <a:r>
                        <a:rPr lang="en-US" sz="1600" dirty="0">
                          <a:latin typeface="Selawik" panose="020B0502040204020203" pitchFamily="34" charset="0"/>
                        </a:rPr>
                        <a:t>Keep track of your pet’s medications</a:t>
                      </a:r>
                    </a:p>
                  </a:txBody>
                  <a:tcPr/>
                </a:tc>
                <a:tc>
                  <a:txBody>
                    <a:bodyPr/>
                    <a:lstStyle/>
                    <a:p>
                      <a:r>
                        <a:rPr lang="en-US" sz="1600" dirty="0">
                          <a:latin typeface="Selawik" panose="020B0502040204020203" pitchFamily="34" charset="0"/>
                        </a:rPr>
                        <a:t>Keep track of your pet’s lab work</a:t>
                      </a:r>
                    </a:p>
                  </a:txBody>
                  <a:tcPr/>
                </a:tc>
                <a:extLst>
                  <a:ext uri="{0D108BD9-81ED-4DB2-BD59-A6C34878D82A}">
                    <a16:rowId xmlns:a16="http://schemas.microsoft.com/office/drawing/2014/main" val="3673811959"/>
                  </a:ext>
                </a:extLst>
              </a:tr>
              <a:tr h="1371600">
                <a:tc>
                  <a:txBody>
                    <a:bodyPr/>
                    <a:lstStyle/>
                    <a:p>
                      <a:r>
                        <a:rPr lang="en-US" dirty="0"/>
                        <a:t>Add clinic names, phone numbers, and veterinarians</a:t>
                      </a:r>
                    </a:p>
                  </a:txBody>
                  <a:tcPr/>
                </a:tc>
                <a:tc>
                  <a:txBody>
                    <a:bodyPr/>
                    <a:lstStyle/>
                    <a:p>
                      <a:r>
                        <a:rPr lang="en-US" dirty="0"/>
                        <a:t>Add medicines, dosages, and number of refills</a:t>
                      </a:r>
                    </a:p>
                  </a:txBody>
                  <a:tcPr/>
                </a:tc>
                <a:tc>
                  <a:txBody>
                    <a:bodyPr/>
                    <a:lstStyle/>
                    <a:p>
                      <a:r>
                        <a:rPr lang="en-US" dirty="0"/>
                        <a:t>Enter lab values and watch trends develop over time</a:t>
                      </a:r>
                    </a:p>
                  </a:txBody>
                  <a:tcPr/>
                </a:tc>
                <a:extLst>
                  <a:ext uri="{0D108BD9-81ED-4DB2-BD59-A6C34878D82A}">
                    <a16:rowId xmlns:a16="http://schemas.microsoft.com/office/drawing/2014/main" val="3964142542"/>
                  </a:ext>
                </a:extLst>
              </a:tr>
            </a:tbl>
          </a:graphicData>
        </a:graphic>
      </p:graphicFrame>
    </p:spTree>
    <p:extLst>
      <p:ext uri="{BB962C8B-B14F-4D97-AF65-F5344CB8AC3E}">
        <p14:creationId xmlns:p14="http://schemas.microsoft.com/office/powerpoint/2010/main" val="997788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EB72A9B-FD82-4F09-BF1E-D39311D3A0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D39B371-6E4E-4070-AB4E-4D788405A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B937DAED-8BFE-4563-BB45-B5E554D70A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78DC229C-7831-2971-777A-8B7B793AFBC5}"/>
              </a:ext>
            </a:extLst>
          </p:cNvPr>
          <p:cNvSpPr>
            <a:spLocks noGrp="1"/>
          </p:cNvSpPr>
          <p:nvPr>
            <p:ph type="title"/>
          </p:nvPr>
        </p:nvSpPr>
        <p:spPr>
          <a:xfrm>
            <a:off x="1066800" y="642594"/>
            <a:ext cx="10058400" cy="1371600"/>
          </a:xfrm>
        </p:spPr>
        <p:txBody>
          <a:bodyPr>
            <a:normAutofit/>
          </a:bodyPr>
          <a:lstStyle/>
          <a:p>
            <a:pPr algn="ctr"/>
            <a:r>
              <a:rPr lang="en-US" dirty="0"/>
              <a:t>How It Works</a:t>
            </a:r>
          </a:p>
        </p:txBody>
      </p:sp>
      <p:graphicFrame>
        <p:nvGraphicFramePr>
          <p:cNvPr id="5" name="Content Placeholder 4" descr="Basic Timeline">
            <a:extLst>
              <a:ext uri="{FF2B5EF4-FFF2-40B4-BE49-F238E27FC236}">
                <a16:creationId xmlns:a16="http://schemas.microsoft.com/office/drawing/2014/main" id="{4A517BEC-B433-B954-BA89-DCF9242D7241}"/>
              </a:ext>
            </a:extLst>
          </p:cNvPr>
          <p:cNvGraphicFramePr>
            <a:graphicFrameLocks noGrp="1"/>
          </p:cNvGraphicFramePr>
          <p:nvPr>
            <p:ph idx="1"/>
            <p:extLst>
              <p:ext uri="{D42A27DB-BD31-4B8C-83A1-F6EECF244321}">
                <p14:modId xmlns:p14="http://schemas.microsoft.com/office/powerpoint/2010/main" val="185013356"/>
              </p:ex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1066800" y="2310063"/>
          <a:ext cx="100584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1299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2AD6B69-E0A0-476D-9EE1-6B69F04C5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6BE10A1-AD5F-4AB3-8A94-41D62B494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w="6350" cap="flat" cmpd="sng" algn="ctr">
            <a:noFill/>
            <a:prstDash val="solid"/>
          </a:ln>
          <a:effectLst>
            <a:softEdge rad="0"/>
          </a:effectLst>
        </p:spPr>
        <p:txBody>
          <a:bodyPr/>
          <a:lstStyle/>
          <a:p>
            <a:endParaRPr lang="en-US"/>
          </a:p>
        </p:txBody>
      </p:sp>
      <p:sp>
        <p:nvSpPr>
          <p:cNvPr id="2" name="Title 1">
            <a:extLst>
              <a:ext uri="{FF2B5EF4-FFF2-40B4-BE49-F238E27FC236}">
                <a16:creationId xmlns:a16="http://schemas.microsoft.com/office/drawing/2014/main" id="{B4A2D269-ACC3-FDAF-AF27-7868438E7A53}"/>
              </a:ext>
            </a:extLst>
          </p:cNvPr>
          <p:cNvSpPr>
            <a:spLocks noGrp="1"/>
          </p:cNvSpPr>
          <p:nvPr>
            <p:ph type="title"/>
          </p:nvPr>
        </p:nvSpPr>
        <p:spPr>
          <a:xfrm>
            <a:off x="573409" y="559478"/>
            <a:ext cx="3765200" cy="1579566"/>
          </a:xfrm>
        </p:spPr>
        <p:txBody>
          <a:bodyPr>
            <a:normAutofit/>
          </a:bodyPr>
          <a:lstStyle/>
          <a:p>
            <a:pPr algn="ctr"/>
            <a:r>
              <a:rPr lang="en-US" dirty="0"/>
              <a:t>Track Trends Over Time</a:t>
            </a:r>
          </a:p>
        </p:txBody>
      </p:sp>
      <p:sp>
        <p:nvSpPr>
          <p:cNvPr id="30" name="Rectangle 29">
            <a:extLst>
              <a:ext uri="{FF2B5EF4-FFF2-40B4-BE49-F238E27FC236}">
                <a16:creationId xmlns:a16="http://schemas.microsoft.com/office/drawing/2014/main" id="{5684BFFE-6A90-4311-ACD5-B34177D46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4122323" cy="6108192"/>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graphicFrame>
        <p:nvGraphicFramePr>
          <p:cNvPr id="31" name="Content Placeholder 8">
            <a:extLst>
              <a:ext uri="{FF2B5EF4-FFF2-40B4-BE49-F238E27FC236}">
                <a16:creationId xmlns:a16="http://schemas.microsoft.com/office/drawing/2014/main" id="{8F56A151-02DC-EECB-A2B3-979E0FBB7046}"/>
              </a:ext>
            </a:extLst>
          </p:cNvPr>
          <p:cNvGraphicFramePr>
            <a:graphicFrameLocks noGrp="1"/>
          </p:cNvGraphicFramePr>
          <p:nvPr>
            <p:ph idx="1"/>
            <p:extLst>
              <p:ext uri="{D42A27DB-BD31-4B8C-83A1-F6EECF244321}">
                <p14:modId xmlns:p14="http://schemas.microsoft.com/office/powerpoint/2010/main" val="1914032182"/>
              </p:ext>
            </p:extLst>
          </p:nvPr>
        </p:nvGraphicFramePr>
        <p:xfrm>
          <a:off x="5478124" y="800947"/>
          <a:ext cx="5906181" cy="52307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AD80A411-6B2F-7EE9-2F9A-FE8D14DDB5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6142" y="1959429"/>
            <a:ext cx="3922571" cy="4465864"/>
          </a:xfrm>
          <a:prstGeom prst="rect">
            <a:avLst/>
          </a:prstGeom>
        </p:spPr>
      </p:pic>
    </p:spTree>
    <p:extLst>
      <p:ext uri="{BB962C8B-B14F-4D97-AF65-F5344CB8AC3E}">
        <p14:creationId xmlns:p14="http://schemas.microsoft.com/office/powerpoint/2010/main" val="1582298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3AF71-F67B-B61B-6227-67B88D5814B0}"/>
              </a:ext>
            </a:extLst>
          </p:cNvPr>
          <p:cNvSpPr>
            <a:spLocks noGrp="1"/>
          </p:cNvSpPr>
          <p:nvPr>
            <p:ph type="title"/>
          </p:nvPr>
        </p:nvSpPr>
        <p:spPr/>
        <p:txBody>
          <a:bodyPr/>
          <a:lstStyle/>
          <a:p>
            <a:r>
              <a:rPr lang="en-US" dirty="0"/>
              <a:t>Free For Pet Owners</a:t>
            </a:r>
          </a:p>
        </p:txBody>
      </p:sp>
      <p:sp>
        <p:nvSpPr>
          <p:cNvPr id="3" name="Content Placeholder 2">
            <a:extLst>
              <a:ext uri="{FF2B5EF4-FFF2-40B4-BE49-F238E27FC236}">
                <a16:creationId xmlns:a16="http://schemas.microsoft.com/office/drawing/2014/main" id="{5DFB31A7-997E-532A-373D-33522A834C5F}"/>
              </a:ext>
            </a:extLst>
          </p:cNvPr>
          <p:cNvSpPr>
            <a:spLocks noGrp="1"/>
          </p:cNvSpPr>
          <p:nvPr>
            <p:ph idx="1"/>
          </p:nvPr>
        </p:nvSpPr>
        <p:spPr/>
        <p:txBody>
          <a:bodyPr>
            <a:normAutofit/>
          </a:bodyPr>
          <a:lstStyle/>
          <a:p>
            <a:pPr marL="0" indent="0">
              <a:buNone/>
            </a:pPr>
            <a:r>
              <a:rPr lang="en-US" sz="2800" dirty="0">
                <a:latin typeface="Selawik" panose="020B0502040204020203" pitchFamily="34" charset="0"/>
              </a:rPr>
              <a:t>No subscription. No monthly fee. No paywall for features.</a:t>
            </a:r>
          </a:p>
          <a:p>
            <a:pPr marL="0" indent="0">
              <a:buNone/>
            </a:pPr>
            <a:endParaRPr lang="en-US" sz="2800" dirty="0">
              <a:latin typeface="Selawik" panose="020B0502040204020203" pitchFamily="34" charset="0"/>
            </a:endParaRPr>
          </a:p>
          <a:p>
            <a:r>
              <a:rPr lang="en-US" sz="1800" dirty="0"/>
              <a:t>Add as many pets as you need</a:t>
            </a:r>
          </a:p>
          <a:p>
            <a:r>
              <a:rPr lang="en-US" sz="1800" dirty="0"/>
              <a:t>Track labs, medications, clinics, and reminders</a:t>
            </a:r>
          </a:p>
          <a:p>
            <a:r>
              <a:rPr lang="en-US" sz="1800" dirty="0"/>
              <a:t>Access your records from any device</a:t>
            </a:r>
          </a:p>
        </p:txBody>
      </p:sp>
    </p:spTree>
    <p:extLst>
      <p:ext uri="{BB962C8B-B14F-4D97-AF65-F5344CB8AC3E}">
        <p14:creationId xmlns:p14="http://schemas.microsoft.com/office/powerpoint/2010/main" val="339419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Speak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elawik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112</TotalTime>
  <Words>306</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Garamond</vt:lpstr>
      <vt:lpstr>Selawik</vt:lpstr>
      <vt:lpstr>Selawik Light</vt:lpstr>
      <vt:lpstr>Speak Pro</vt:lpstr>
      <vt:lpstr>SavonVTI</vt:lpstr>
      <vt:lpstr>MyBarkChart</vt:lpstr>
      <vt:lpstr>Add a title</vt:lpstr>
      <vt:lpstr>What It Does</vt:lpstr>
      <vt:lpstr>How It Works</vt:lpstr>
      <vt:lpstr>Track Trends Over Time</vt:lpstr>
      <vt:lpstr>Free For Pet Owners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Lindsay Klug</dc:creator>
  <cp:lastModifiedBy>Lindsay Klug</cp:lastModifiedBy>
  <cp:revision>1</cp:revision>
  <dcterms:created xsi:type="dcterms:W3CDTF">2026-10-03T19:23:39Z</dcterms:created>
  <dcterms:modified xsi:type="dcterms:W3CDTF">2026-10-03T21:16:19Z</dcterms:modified>
</cp:coreProperties>
</file>